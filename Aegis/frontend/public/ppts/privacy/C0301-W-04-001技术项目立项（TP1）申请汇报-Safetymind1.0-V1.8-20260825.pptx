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50" r:id="rId3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史文梅 Wenmei Shi  (研发总院 AERI)" initials="史文梅" lastIdx="0" clrIdx="0"/>
  <p:cmAuthor id="2" name="张亮 Liang Zhang (研发总院 AERI)" initials="张亮" lastIdx="2" clrIdx="1"/>
  <p:cmAuthor id="3" name="林志宏 Zhihong Lin （新能源公司）" initials="林志宏" lastIdx="1" clrIdx="2"/>
  <p:cmAuthor id="4" name="张帅 Shuai Zhang （研发总院 AERI）" initials="张帅" lastIdx="1" clrIdx="3"/>
  <p:cmAuthor id="5" name="李冠龙" initials="李冠龙" lastIdx="2" clrIdx="4"/>
  <p:cmAuthor id="1721540396" name="史益朋" initials="史" lastIdx="3" clrIdx="5"/>
  <p:cmAuthor id="1683534291" name="刘毅" initials="刘" lastIdx="1" clrIdx="6"/>
  <p:cmAuthor id="0" name="Mia Vida Villanueva" initials="MVV" lastIdx="1" clrIdx="0"/>
  <p:cmAuthor id="369678955" name="怀生" initials="怀" lastIdx="2" clrIdx="45"/>
  <p:cmAuthor id="6" name="ming qiu" initials="m" lastIdx="17" clrIdx="1"/>
  <p:cmAuthor id="7" name="1206988966@qq.com" initials="1" lastIdx="1" clrIdx="2"/>
  <p:cmAuthor id="8" name="姜伟光" initials="姜" lastIdx="1" clrIdx="0"/>
  <p:cmAuthor id="9" name="hanxiao" initials="h" lastIdx="2" clrIdx="4"/>
  <p:cmAuthor id="311286168" name="轻禾ฅ" initials="轻" lastIdx="1" clrIdx="15"/>
  <p:cmAuthor id="10" name="admin" initials="a" lastIdx="5" clrIdx="9"/>
  <p:cmAuthor id="11" name="shanshan.nie" initials="s" lastIdx="7" clrIdx="10"/>
  <p:cmAuthor id="12" name="86186" initials="8" lastIdx="1" clrIdx="11"/>
  <p:cmAuthor id="13" name="mingchuan.li" initials="m" lastIdx="2" clrIdx="12"/>
  <p:cmAuthor id="14" name="Veronica XU" initials="V" lastIdx="1" clrIdx="0"/>
  <p:cmAuthor id="15" name="未知用户8" initials="未" lastIdx="1" clrIdx="6"/>
  <p:cmAuthor id="16" name="未知用户14" initials="未" lastIdx="1" clrIdx="0"/>
  <p:cmAuthor id="17" name="未知用户9" initials="未" lastIdx="1" clrIdx="0"/>
  <p:cmAuthor id="18" name="未知用户10" initials="未" lastIdx="1" clrIdx="1"/>
  <p:cmAuthor id="19" name="za-xiaoleyun" initials="z" lastIdx="1" clrIdx="14"/>
  <p:cmAuthor id="20" name="未知用户15" initials="未" lastIdx="1" clrIdx="0"/>
  <p:cmAuthor id="1132641047" name="袁镜淇" initials="袁" lastIdx="1" clrIdx="17"/>
  <p:cmAuthor id="21" name="Microsoft Office 用户" initials="M" lastIdx="0" clrIdx="6"/>
  <p:cmAuthor id="22" name="LuMeyer" initials="L" lastIdx="2" clrIdx="0"/>
  <p:cmAuthor id="23" name="WU Jingting" initials="W" lastIdx="1" clrIdx="15"/>
  <p:cmAuthor id="367461555" name="Leaf" initials="L" lastIdx="1" clrIdx="5"/>
  <p:cmAuthor id="24" name="Xu Veronica" initials="X" lastIdx="1" clrIdx="15"/>
  <p:cmAuthor id="25" name="张 嘉怡" initials="张" lastIdx="1" clrIdx="16"/>
  <p:cmAuthor id="26" name="yangruoxing" initials="y" lastIdx="1" clrIdx="25"/>
  <p:cmAuthor id="27" name="zhang" initials="z" lastIdx="1" clrIdx="26"/>
  <p:cmAuthor id="28" name="liyadong" initials="l" lastIdx="4" clrIdx="27"/>
  <p:cmAuthor id="29" name="CHAO" initials="5" lastIdx="1" clrIdx="28"/>
  <p:cmAuthor id="30" name="za-zhangjiaxin" initials="z" lastIdx="14" clrIdx="29"/>
  <p:cmAuthor id="31" name="za-jijingting" initials="z" lastIdx="1" clrIdx="30"/>
  <p:cmAuthor id="75" name="作者" initials="A" lastIdx="0" clrIdx="24"/>
  <p:cmAuthor id="32" name="Sicheng Wang" initials="SW" lastIdx="21" clrIdx="31"/>
  <p:cmAuthor id="76" name="硕 张" initials="硕张" lastIdx="1" clrIdx="25"/>
  <p:cmAuthor id="33" name="晓萌 武" initials="晓萌" lastIdx="1" clrIdx="32"/>
  <p:cmAuthor id="34" name="杨 捷" initials="杨" lastIdx="1" clrIdx="33"/>
  <p:cmAuthor id="35" name="za-shidongyan" initials="z" lastIdx="1" clrIdx="34"/>
  <p:cmAuthor id="37" name="za-liuyaping" initials="z" lastIdx="5" clrIdx="18"/>
  <p:cmAuthor id="38" name="za-wangkunpeng" initials="z" lastIdx="1" clrIdx="19"/>
  <p:cmAuthor id="39" name="王 丽宁" initials="王" lastIdx="1" clrIdx="33"/>
  <p:cmAuthor id="40" name="未知用户5" initials="未知用户5" lastIdx="1" clrIdx="35"/>
  <p:cmAuthor id="41" name="khpm76" initials="k" lastIdx="1" clrIdx="40"/>
  <p:cmAuthor id="317" name="边" initials="边" lastIdx="1" clrIdx="85"/>
  <p:cmAuthor id="318" name="liutianyu" initials="l" lastIdx="1" clrIdx="317"/>
  <p:cmAuthor id="319" name="zqzl06343" initials="z" lastIdx="1" clrIdx="318"/>
  <p:cmAuthor id="320" name="longhai yu" initials="ly" lastIdx="2" clrIdx="319"/>
  <p:cmAuthor id="321" name="XXAQ-RSX" initials="X" lastIdx="1" clrIdx="320"/>
  <p:cmAuthor id="322" name="未知的使用者163" initials="未" lastIdx="1" clrIdx="0"/>
  <p:cmAuthor id="323" name="shaoxuebin" initials="8" lastIdx="1" clrIdx="322"/>
  <p:cmAuthor id="324" name="李晨贞" initials="李" lastIdx="1" clrIdx="323"/>
  <p:cmAuthor id="326" name="未知的使用者257" initials="未" lastIdx="1" clrIdx="0"/>
  <p:cmAuthor id="328" name="liu wei" initials="l" lastIdx="1" clrIdx="86"/>
  <p:cmAuthor id="332" name="未知的使用者240" initials="未" lastIdx="1" clrIdx="0"/>
  <p:cmAuthor id="334" name="未知的使用者241" initials="未" lastIdx="1" clrIdx="0"/>
  <p:cmAuthor id="336" name="未知的使用者242" initials="未" lastIdx="2" clrIdx="0"/>
  <p:cmAuthor id="338" name="未知的使用者243" initials="未" lastIdx="1" clrIdx="0"/>
  <p:cmAuthor id="340" name="未知的使用者258" initials="未" lastIdx="8" clrIdx="0"/>
  <p:cmAuthor id="342" name="未知的使用者259" initials="未" lastIdx="1" clrIdx="0"/>
  <p:cmAuthor id="344" name="未知的使用者260" initials="未" lastIdx="1" clrIdx="0"/>
  <p:cmAuthor id="346" name="未知的使用者261" initials="未" lastIdx="11" clrIdx="0"/>
  <p:cmAuthor id="348" name="未知的使用者262" initials="未" lastIdx="7" clrIdx="1"/>
  <p:cmAuthor id="350" name="未知的使用者263" initials="未" lastIdx="1" clrIdx="2"/>
  <p:cmAuthor id="352" name="未知的使用者264" initials="未" lastIdx="1" clrIdx="0"/>
  <p:cmAuthor id="36" name="仝德志" initials="仝" lastIdx="1" clrIdx="0"/>
  <p:cmAuthor id="354" name="未知的使用者265" initials="未" lastIdx="1" clrIdx="0"/>
  <p:cmAuthor id="356" name="未知的使用者266" initials="未" lastIdx="1" clrIdx="1"/>
  <p:cmAuthor id="358" name="未知的使用者267" initials="未" lastIdx="1" clrIdx="0"/>
  <p:cmAuthor id="42" name="未知的使用者15" initials="未" lastIdx="1" clrIdx="0"/>
  <p:cmAuthor id="43" name="raymond luan" initials="r" lastIdx="0" clrIdx="0"/>
  <p:cmAuthor id="360" name="未知的使用者268" initials="未" lastIdx="2" clrIdx="0"/>
  <p:cmAuthor id="44" name="alpha" initials="a" lastIdx="1" clrIdx="0"/>
  <p:cmAuthor id="361" name="未知用户106" initials="未" lastIdx="1" clrIdx="0"/>
  <p:cmAuthor id="45" name="luxu" initials="l" lastIdx="22" clrIdx="0"/>
  <p:cmAuthor id="362" name="未知的使用者269" initials="未" lastIdx="7" clrIdx="1"/>
  <p:cmAuthor id="46" name="未知用户37" initials="未" lastIdx="1" clrIdx="0"/>
  <p:cmAuthor id="191251535" name="沈霄雷" initials="沈" lastIdx="833089" clrIdx="0"/>
  <p:cmAuthor id="47" name="RS001" initials="R" lastIdx="8" clrIdx="0"/>
  <p:cmAuthor id="191251536" name="阿斯顿 刘" initials="阿斯顿" lastIdx="2" clrIdx="50"/>
  <p:cmAuthor id="48" name="Unknown User22" initials="U" lastIdx="1" clrIdx="0"/>
  <p:cmAuthor id="191251537" name="HUAWEI" initials="H" lastIdx="2" clrIdx="51"/>
  <p:cmAuthor id="49" name="jet" initials="j" lastIdx="1" clrIdx="0"/>
  <p:cmAuthor id="50" name="Unknown User23" initials="U" lastIdx="1" clrIdx="0"/>
  <p:cmAuthor id="51" name="PC" initials="P" lastIdx="4" clrIdx="0"/>
  <p:cmAuthor id="52" name="未知的使用者75" initials="未" lastIdx="1" clrIdx="0"/>
  <p:cmAuthor id="53" name="未知的使用者169" initials="未" lastIdx="1" clrIdx="0"/>
  <p:cmAuthor id="54" name="未知的使用者77" initials="未" lastIdx="1" clrIdx="0"/>
  <p:cmAuthor id="371" name="zqzl06884" initials="z" lastIdx="2" clrIdx="370"/>
  <p:cmAuthor id="55" name="未知的使用者183" initials="未" lastIdx="5" clrIdx="1"/>
  <p:cmAuthor id="56" name="未知的使用者92" initials="未" lastIdx="1" clrIdx="0"/>
  <p:cmAuthor id="57" name="未知的使用者182" initials="未" lastIdx="1" clrIdx="1"/>
  <p:cmAuthor id="58" name="未知的使用者78" initials="未" lastIdx="5" clrIdx="1"/>
  <p:cmAuthor id="59" name="未知的使用者173" initials="未" lastIdx="1" clrIdx="0"/>
  <p:cmAuthor id="60" name="未知用户3" initials="未" lastIdx="1" clrIdx="0"/>
  <p:cmAuthor id="377" name="未知用户219" initials="未" lastIdx="6" clrIdx="0"/>
  <p:cmAuthor id="61" name="未知的使用者161" initials="未" lastIdx="1" clrIdx="0"/>
  <p:cmAuthor id="62" name="未知的使用者79" initials="未" lastIdx="0" clrIdx="1"/>
  <p:cmAuthor id="379" name="未知用户222" initials="未" lastIdx="1" clrIdx="0"/>
  <p:cmAuthor id="63" name="未知用户107" initials="未" lastIdx="1" clrIdx="0"/>
  <p:cmAuthor id="64" name="未知的使用者162" initials="未" lastIdx="1" clrIdx="0"/>
  <p:cmAuthor id="381" name="未知用户200" initials="未" lastIdx="8" clrIdx="0"/>
  <p:cmAuthor id="65" name="未知的使用者80" initials="未" lastIdx="0" clrIdx="0"/>
  <p:cmAuthor id="66" name="未知的使用者152" initials="未" lastIdx="1" clrIdx="0"/>
  <p:cmAuthor id="383" name="未知用户213" initials="未" lastIdx="1" clrIdx="0"/>
  <p:cmAuthor id="67" name="未知用户51" initials="未" lastIdx="1" clrIdx="1"/>
  <p:cmAuthor id="68" name="未知的使用者184" initials="未" lastIdx="8" clrIdx="0"/>
  <p:cmAuthor id="385" name="未知用户214" initials="未" lastIdx="2" clrIdx="0"/>
  <p:cmAuthor id="69" name="未知的使用者82" initials="未" lastIdx="1" clrIdx="0"/>
  <p:cmAuthor id="70" name="未知的使用者185" initials="未" lastIdx="10" clrIdx="0"/>
  <p:cmAuthor id="387" name="未知用户215" initials="未" lastIdx="1" clrIdx="0"/>
  <p:cmAuthor id="71" name="未知的使用者186" initials="未" lastIdx="1" clrIdx="0"/>
  <p:cmAuthor id="72" name="未知的使用者83" initials="未" lastIdx="1" clrIdx="0"/>
  <p:cmAuthor id="389" name="未知用户231" initials="未" lastIdx="1" clrIdx="0"/>
  <p:cmAuthor id="73" name="未知的使用者175" initials="未" lastIdx="8" clrIdx="0"/>
  <p:cmAuthor id="74" name="未知的使用者118" initials="未" lastIdx="1" clrIdx="0"/>
  <p:cmAuthor id="391" name="未知用户233" initials="未" lastIdx="11" clrIdx="0"/>
  <p:cmAuthor id="392" name="Unknown User117" initials="U" lastIdx="10" clrIdx="0"/>
  <p:cmAuthor id="393" name="未知用户234" initials="未" lastIdx="7" clrIdx="1"/>
  <p:cmAuthor id="77" name="未知的使用者187" initials="未" lastIdx="1" clrIdx="0"/>
  <p:cmAuthor id="78" name="未知的使用者70" initials="未" lastIdx="1" clrIdx="0"/>
  <p:cmAuthor id="395" name="未知用户235" initials="未" lastIdx="1" clrIdx="2"/>
  <p:cmAuthor id="79" name="未知的使用者178" initials="未" lastIdx="1" clrIdx="0"/>
  <p:cmAuthor id="80" name="未知的使用者85" initials="未" lastIdx="1" clrIdx="0"/>
  <p:cmAuthor id="397" name="未知用户236" initials="未" lastIdx="1" clrIdx="0"/>
  <p:cmAuthor id="81" name="未知的使用者179" initials="未" lastIdx="1" clrIdx="0"/>
  <p:cmAuthor id="82" name="未知的使用者40" initials="未" lastIdx="1" clrIdx="0"/>
  <p:cmAuthor id="399" name="未知用户237" initials="未" lastIdx="1" clrIdx="0"/>
  <p:cmAuthor id="83" name="未知的使用者180" initials="未" lastIdx="2" clrIdx="0"/>
  <p:cmAuthor id="400" name="Unknown User65" initials="U" lastIdx="1" clrIdx="0"/>
  <p:cmAuthor id="84" name="未知的使用者87" initials="未" lastIdx="1" clrIdx="0"/>
  <p:cmAuthor id="353158055" name="韩雨" initials="韩" lastIdx="0" clrIdx="0"/>
  <p:cmAuthor id="401" name="未知用户240" initials="未" lastIdx="2" clrIdx="0"/>
  <p:cmAuthor id="85" name="未知的使用者181" initials="未" lastIdx="7" clrIdx="1"/>
  <p:cmAuthor id="86" name="曾红" initials="曾" lastIdx="0" clrIdx="0"/>
  <p:cmAuthor id="403" name="未知用户221" initials="未" lastIdx="43" clrIdx="1"/>
  <p:cmAuthor id="87" name="未知的使用者170" initials="未" lastIdx="43" clrIdx="1"/>
  <p:cmAuthor id="394525608" name="仇怿俊" initials="仇" lastIdx="0" clrIdx="0"/>
  <p:cmAuthor id="405" name="lillian" initials="l" lastIdx="1" clrIdx="0"/>
  <p:cmAuthor id="88" name="未知的使用者90" initials="未" lastIdx="8" clrIdx="0"/>
  <p:cmAuthor id="394525609" name="mei shuo" initials="mei shuo" lastIdx="1" clrIdx="24"/>
  <p:cmAuthor id="89" name="未知的使用者29" initials="未" lastIdx="1" clrIdx="0"/>
  <p:cmAuthor id="394525610" name="dengwanting" initials="d" lastIdx="1" clrIdx="50"/>
  <p:cmAuthor id="407" name="未知用户197" initials="未" lastIdx="1" clrIdx="0"/>
  <p:cmAuthor id="90" name="未知的使用者91" initials="未" lastIdx="1" clrIdx="0"/>
  <p:cmAuthor id="394525611" name="liwei" initials="z" lastIdx="1" clrIdx="52"/>
  <p:cmAuthor id="91" name="未知的使用者98" initials="未" lastIdx="1" clrIdx="0"/>
  <p:cmAuthor id="92" name="CHRISYU" initials="C" lastIdx="1" clrIdx="0"/>
  <p:cmAuthor id="409" name="未知用户157" initials="未" lastIdx="8" clrIdx="0"/>
  <p:cmAuthor id="93" name="未知的使用者113" initials="未" lastIdx="1" clrIdx="2"/>
  <p:cmAuthor id="94" name="liucunri" initials="l" lastIdx="1" clrIdx="0"/>
  <p:cmAuthor id="411" name="未知用户158" initials="未" lastIdx="2" clrIdx="0"/>
  <p:cmAuthor id="412" name="未知用户159" initials="未" lastIdx="1" clrIdx="0"/>
  <p:cmAuthor id="96" name="Unknown User48" initials="U" lastIdx="8" clrIdx="0"/>
  <p:cmAuthor id="97" name="未知用户103" initials="未" lastIdx="1" clrIdx="0"/>
  <p:cmAuthor id="414" name="未知用户160" initials="未" lastIdx="2" clrIdx="0"/>
  <p:cmAuthor id="98" name="Unknown User52" initials="U" lastIdx="1" clrIdx="0"/>
  <p:cmAuthor id="2000" name="李婧宜_YBferYVR" initials="authorId_1217247658" lastIdx="0" clrIdx="0"/>
  <p:cmAuthor id="99" name="未知的使用者42" initials="未" lastIdx="1" clrIdx="0"/>
  <p:cmAuthor id="416" name="未知用户168" initials="未" lastIdx="1" clrIdx="0"/>
  <p:cmAuthor id="2001" name="zhang shaohui" initials="zs" lastIdx="5" clrIdx="33"/>
  <p:cmAuthor id="100" name="Unknown User50" initials="U" lastIdx="1" clrIdx="0"/>
  <p:cmAuthor id="287643681" name="殷格非" initials="殷" lastIdx="2" clrIdx="0"/>
  <p:cmAuthor id="2002" name="王竑达" initials="王竑达" lastIdx="1" clrIdx="34"/>
  <p:cmAuthor id="101" name="未知的使用者120" initials="未" lastIdx="1" clrIdx="0"/>
  <p:cmAuthor id="287643682" name="z r" initials="zr" lastIdx="5" clrIdx="12"/>
  <p:cmAuthor id="418" name="順天" initials="順" lastIdx="1" clrIdx="0"/>
  <p:cmAuthor id="2003" name="梁鹏" initials="u" lastIdx="1" clrIdx="35"/>
  <p:cmAuthor id="102" name="px" initials="p" lastIdx="3" clrIdx="1"/>
  <p:cmAuthor id="287643683" name="lc xue" initials="lx" lastIdx="1" clrIdx="22"/>
  <p:cmAuthor id="2004" name="范 斌" initials="范" lastIdx="1" clrIdx="36"/>
  <p:cmAuthor id="103" name="Sky123.Org" initials="S" lastIdx="1" clrIdx="0"/>
  <p:cmAuthor id="2005" name="毕邺" initials="党委办公室" lastIdx="2" clrIdx="37"/>
  <p:cmAuthor id="104" name="elfinhsu" initials="e" lastIdx="1" clrIdx="0"/>
  <p:cmAuthor id="105" name="微软用户" initials="微" lastIdx="1" clrIdx="0"/>
  <p:cmAuthor id="422" name="未知用户143" initials="未" lastIdx="1" clrIdx="0"/>
  <p:cmAuthor id="106" name="未知的使用者73" initials="未" lastIdx="1" clrIdx="0"/>
  <p:cmAuthor id="107" name="未知的使用者24" initials="未" lastIdx="8" clrIdx="0"/>
  <p:cmAuthor id="108" name="未知用户16" initials="未" lastIdx="1" clrIdx="0"/>
  <p:cmAuthor id="425" name="未知用户144" initials="未" lastIdx="1" clrIdx="0"/>
  <p:cmAuthor id="109" name="Mary Feil-Jacobs" initials="M" lastIdx="43" clrIdx="1"/>
  <p:cmAuthor id="110" name="LiuHui" initials="L" lastIdx="1" clrIdx="0"/>
  <p:cmAuthor id="111" name="未知的使用者45" initials="未" lastIdx="1" clrIdx="0"/>
  <p:cmAuthor id="112" name="王鹏凯" initials="王" lastIdx="1" clrIdx="0"/>
  <p:cmAuthor id="113" name="未知用户104" initials="未" lastIdx="1" clrIdx="0"/>
  <p:cmAuthor id="115" name="未知的使用者10" initials="未" lastIdx="3" clrIdx="1"/>
  <p:cmAuthor id="116" name="未知的使用者93" initials="未" lastIdx="1" clrIdx="1"/>
  <p:cmAuthor id="117" name="LeeElva" initials="L" lastIdx="1" clrIdx="0"/>
  <p:cmAuthor id="118" name="未知用户99" initials="未" lastIdx="1" clrIdx="2"/>
  <p:cmAuthor id="119" name="未知的使用者34" initials="未" lastIdx="1" clrIdx="0"/>
  <p:cmAuthor id="120" name="未知的使用者115" initials="未" lastIdx="1" clrIdx="1"/>
  <p:cmAuthor id="121" name="未知用户57" initials="未" lastIdx="1" clrIdx="0"/>
  <p:cmAuthor id="122" name="lianghb" initials="l" lastIdx="19" clrIdx="0"/>
  <p:cmAuthor id="123" name="未知用户17" initials="未" lastIdx="0" clrIdx="1"/>
  <p:cmAuthor id="124" name="Deanna Schuler (Bookey Consulting)" initials="D" lastIdx="2" clrIdx="0"/>
  <p:cmAuthor id="125" name="未知的使用者57" initials="未" lastIdx="1" clrIdx="0"/>
  <p:cmAuthor id="126" name="未知的使用者16" initials="未" lastIdx="6" clrIdx="0"/>
  <p:cmAuthor id="127" name="未知的使用者35" initials="未" lastIdx="1" clrIdx="0"/>
  <p:cmAuthor id="128" name="未知用户102" initials="未" lastIdx="1" clrIdx="1"/>
  <p:cmAuthor id="129" name="maxine" initials="m" lastIdx="0" clrIdx="0"/>
  <p:cmAuthor id="130" name="未知的使用者121" initials="未" lastIdx="1" clrIdx="1"/>
  <p:cmAuthor id="131" name="未知的使用者12" initials="未" lastIdx="1" clrIdx="0"/>
  <p:cmAuthor id="132" name="周元元" initials="周" lastIdx="5" clrIdx="0"/>
  <p:cmAuthor id="133" name="未知的使用者27" initials="未" lastIdx="8" clrIdx="0"/>
  <p:cmAuthor id="134" name="未知的使用者30" initials="未" lastIdx="8" clrIdx="0"/>
  <p:cmAuthor id="135" name="未知的使用者53" initials="未" lastIdx="1" clrIdx="0"/>
  <p:cmAuthor id="136" name="未知用户58" initials="未" lastIdx="5" clrIdx="1"/>
  <p:cmAuthor id="137" name="未知的使用者25" initials="未" lastIdx="1" clrIdx="0"/>
  <p:cmAuthor id="138" name="liupeng" initials="l" lastIdx="1" clrIdx="1"/>
  <p:cmAuthor id="139" name="未知用户24" initials="未" lastIdx="1" clrIdx="0"/>
  <p:cmAuthor id="140" name="AbuSina" initials="A" lastIdx="2" clrIdx="0"/>
  <p:cmAuthor id="141" name="hl sun" initials="h" lastIdx="1" clrIdx="0"/>
  <p:cmAuthor id="142" name="未知的使用者94" initials="未" lastIdx="1" clrIdx="2"/>
  <p:cmAuthor id="143" name="未知用户66" initials="未" lastIdx="1" clrIdx="0"/>
  <p:cmAuthor id="144" name="未知的使用者132" initials="未" lastIdx="1" clrIdx="0"/>
  <p:cmAuthor id="145" name="未知用户19" initials="未" lastIdx="1" clrIdx="0"/>
  <p:cmAuthor id="146" name="周宏達JerryChou" initials="周" lastIdx="6" clrIdx="2"/>
  <p:cmAuthor id="147" name="未知用户7" initials="未" lastIdx="1" clrIdx="0"/>
  <p:cmAuthor id="148" name="未知的使用者56" initials="未" lastIdx="1" clrIdx="0"/>
  <p:cmAuthor id="149" name="未知的使用者119" initials="未" lastIdx="1" clrIdx="2"/>
  <p:cmAuthor id="150" name="未知用户59" initials="未" lastIdx="0" clrIdx="1"/>
  <p:cmAuthor id="151" name="未知的使用者22" initials="未" lastIdx="8" clrIdx="0"/>
  <p:cmAuthor id="152" name="未知的使用者103" initials="未" lastIdx="8" clrIdx="0"/>
  <p:cmAuthor id="153" name="Wenwen" initials="W" lastIdx="1" clrIdx="1"/>
  <p:cmAuthor id="154" name="未知的使用者117" initials="未" lastIdx="1" clrIdx="0"/>
  <p:cmAuthor id="155" name="未知的使用者33" initials="未" lastIdx="1" clrIdx="0"/>
  <p:cmAuthor id="156" name="未知的使用者28" initials="未" lastIdx="1" clrIdx="0"/>
  <p:cmAuthor id="157" name="未知用户67" initials="未" lastIdx="1" clrIdx="0"/>
  <p:cmAuthor id="158" name="未知用户114" initials="未" lastIdx="1" clrIdx="0"/>
  <p:cmAuthor id="159" name="未知用户18" initials="未" lastIdx="10" clrIdx="0"/>
  <p:cmAuthor id="160" name="未知的使用者67" initials="未" lastIdx="1" clrIdx="0"/>
  <p:cmAuthor id="161" name="未知的使用者46" initials="未" lastIdx="1" clrIdx="1"/>
  <p:cmAuthor id="162" name="未知的使用者26" initials="未" lastIdx="1" clrIdx="0"/>
  <p:cmAuthor id="163" name="未知的使用者43" initials="未" lastIdx="1" clrIdx="0"/>
  <p:cmAuthor id="164" name="未知的使用者9" initials="未" lastIdx="1" clrIdx="0"/>
  <p:cmAuthor id="165" name="未知用户62" initials="未" lastIdx="1" clrIdx="1"/>
  <p:cmAuthor id="691587970" name="小延魔法师" initials="小" lastIdx="1126286" clrIdx="0"/>
  <p:cmAuthor id="166" name="yuanzh" initials="y" lastIdx="1" clrIdx="1"/>
  <p:cmAuthor id="691587971" name="徐 正国" initials="徐" lastIdx="1" clrIdx="45"/>
  <p:cmAuthor id="167" name="不明使用者57" initials="不" lastIdx="1" clrIdx="0"/>
  <p:cmAuthor id="168" name="未知用户108" initials="未" lastIdx="1" clrIdx="0"/>
  <p:cmAuthor id="169" name="未知的使用者110" initials="未" lastIdx="1" clrIdx="0"/>
  <p:cmAuthor id="170" name="linyd" initials="l" lastIdx="3" clrIdx="1"/>
  <p:cmAuthor id="172" name="未知的使用者31" initials="未" lastIdx="1" clrIdx="0"/>
  <p:cmAuthor id="490" name="哲宇 赵" initials="哲赵" lastIdx="2" clrIdx="88"/>
  <p:cmAuthor id="173" name="未知用户81" initials="未" lastIdx="1" clrIdx="0"/>
  <p:cmAuthor id="4928" name="吴宇飞" initials="吴" lastIdx="1" clrIdx="375"/>
  <p:cmAuthor id="174" name="未知用户115" initials="未" lastIdx="1" clrIdx="0"/>
  <p:cmAuthor id="175" name="未知用户21" initials="未" lastIdx="1" clrIdx="0"/>
  <p:cmAuthor id="176" name="未知的使用者68" initials="未" lastIdx="1" clrIdx="0"/>
  <p:cmAuthor id="177" name="mm" initials="m" lastIdx="1" clrIdx="0"/>
  <p:cmAuthor id="179" name="朱晓瑜" initials="朱" lastIdx="54" clrIdx="0"/>
  <p:cmAuthor id="180" name="不明使用者20" initials="不" lastIdx="1" clrIdx="0"/>
  <p:cmAuthor id="181" name="未知用户82" initials="未" lastIdx="1" clrIdx="0"/>
  <p:cmAuthor id="182" name="未知的使用者7" initials="未" lastIdx="2" clrIdx="0"/>
  <p:cmAuthor id="183" name="未知用户6" initials="未" lastIdx="8" clrIdx="0"/>
  <p:cmAuthor id="184" name="未知的使用者55" initials="未" lastIdx="1" clrIdx="0"/>
  <p:cmAuthor id="185" name="未知的使用者111" initials="未" lastIdx="1" clrIdx="0"/>
  <p:cmAuthor id="186" name="未知的使用者50" initials="未" lastIdx="1" clrIdx="0"/>
  <p:cmAuthor id="187" name="未知的使用者11" initials="未" lastIdx="1" clrIdx="0"/>
  <p:cmAuthor id="188" name="未知用户47" initials="未" lastIdx="6" clrIdx="0"/>
  <p:cmAuthor id="189" name="未知用户116" initials="未" lastIdx="1" clrIdx="1"/>
  <p:cmAuthor id="190" name="未知的使用者69" initials="未" lastIdx="1" clrIdx="1"/>
  <p:cmAuthor id="191" name="未知的使用者112" initials="未" lastIdx="1" clrIdx="1"/>
  <p:cmAuthor id="192" name="Kevin Hu" initials="K" lastIdx="1" clrIdx="0"/>
  <p:cmAuthor id="193" name="未知的使用者38" initials="未" lastIdx="1" clrIdx="0"/>
  <p:cmAuthor id="194" name="唐可欣" initials="唐" lastIdx="1" clrIdx="0"/>
  <p:cmAuthor id="195" name="未知的使用者8" initials="未" lastIdx="1" clrIdx="0"/>
  <p:cmAuthor id="196" name="不明使用者56" initials="不" lastIdx="1" clrIdx="0"/>
  <p:cmAuthor id="197" name="P00035_jeremy" initials="P" lastIdx="1" clrIdx="0"/>
  <p:cmAuthor id="198" name="Unknown User7" initials="U" lastIdx="1" clrIdx="0"/>
  <p:cmAuthor id="199" name="muzi wei" initials="m" lastIdx="1" clrIdx="0"/>
  <p:cmAuthor id="200" name="未知的使用者41" initials="未" lastIdx="1" clrIdx="0"/>
  <p:cmAuthor id="201" name="未知的使用者13" initials="未" lastIdx="1" clrIdx="0"/>
  <p:cmAuthor id="202" name="djj" initials="d" lastIdx="2" clrIdx="0"/>
  <p:cmAuthor id="203" name="未知用户117" initials="未" lastIdx="1" clrIdx="2"/>
  <p:cmAuthor id="204" name="Saku Uchikawa" initials="S" lastIdx="11" clrIdx="0"/>
  <p:cmAuthor id="205" name="未知用户13" initials="未" lastIdx="1" clrIdx="0"/>
  <p:cmAuthor id="206" name="不明使用者21" initials="不" lastIdx="1" clrIdx="0"/>
  <p:cmAuthor id="207" name="YUMINGNJ" initials="Y" lastIdx="3" clrIdx="0"/>
  <p:cmAuthor id="208" name="未知的使用者52" initials="未" lastIdx="1" clrIdx="1"/>
  <p:cmAuthor id="209" name="未知用户109" initials="未" lastIdx="1" clrIdx="1"/>
  <p:cmAuthor id="210" name="thomas" initials="t" lastIdx="1" clrIdx="49"/>
  <p:cmAuthor id="211" name="未知的使用者3" initials="未" lastIdx="7" clrIdx="1"/>
  <p:cmAuthor id="213" name="未知用户98" initials="未" lastIdx="1" clrIdx="2"/>
  <p:cmAuthor id="214" name="Windows 用户" initials="W" lastIdx="1" clrIdx="0"/>
  <p:cmAuthor id="215" name="未知用户83" initials="未" lastIdx="1" clrIdx="1"/>
  <p:cmAuthor id="216" name="未知用户61" initials="未" lastIdx="8" clrIdx="0"/>
  <p:cmAuthor id="217" name="張秀娟" initials="張" lastIdx="1" clrIdx="2"/>
  <p:cmAuthor id="218" name="Jason Wang" initials="J" lastIdx="1" clrIdx="0"/>
  <p:cmAuthor id="219" name="不明使用者18" initials="不" lastIdx="0" clrIdx="1"/>
  <p:cmAuthor id="220" name="未知的使用者72" initials="未" lastIdx="1" clrIdx="0"/>
  <p:cmAuthor id="221" name="未知的使用者48" initials="未" lastIdx="1" clrIdx="0"/>
  <p:cmAuthor id="222" name="未知的使用者104" initials="未" lastIdx="1" clrIdx="0"/>
  <p:cmAuthor id="223" name="未知用户60" initials="未" lastIdx="1" clrIdx="0"/>
  <p:cmAuthor id="224" name="Shawna Strickland" initials="S" lastIdx="2" clrIdx="0"/>
  <p:cmAuthor id="225" name="未知的使用者36" initials="未" lastIdx="3" clrIdx="1"/>
  <p:cmAuthor id="226" name="Daniel Wuu" initials="D" lastIdx="1" clrIdx="0"/>
  <p:cmAuthor id="1411827" name="黄晓平" initials="黄" lastIdx="0" clrIdx="0"/>
  <p:cmAuthor id="227" name="未知用户56" initials="未" lastIdx="1" clrIdx="0"/>
  <p:cmAuthor id="1411828" name="徐琳00159163" initials="徐琳00159163" lastIdx="1" clrIdx="37"/>
  <p:cmAuthor id="228" name="未知的使用者14" initials="未" lastIdx="2" clrIdx="0"/>
  <p:cmAuthor id="1411829" name="张静_Anua7Nne" initials="authorId_935319063" lastIdx="0" clrIdx="0"/>
  <p:cmAuthor id="229" name="Ashley Eberenz" initials="A" lastIdx="7" clrIdx="1"/>
  <p:cmAuthor id="230" name="不明使用者19" initials="不" lastIdx="1" clrIdx="0"/>
  <p:cmAuthor id="231" name="qiantong" initials="q" lastIdx="3" clrIdx="1"/>
  <p:cmAuthor id="232" name="未知的使用者74" initials="未" lastIdx="1" clrIdx="0"/>
  <p:cmAuthor id="233" name="未知的使用者23" initials="未" lastIdx="1" clrIdx="0"/>
  <p:cmAuthor id="234" name="未知的使用者1" initials="未" lastIdx="8" clrIdx="0"/>
  <p:cmAuthor id="235" name="116304" initials="1" lastIdx="1" clrIdx="1"/>
  <p:cmAuthor id="236" name="R affer" initials="R" lastIdx="1" clrIdx="0"/>
  <p:cmAuthor id="237" name="qihua-DCMS" initials="q" lastIdx="0" clrIdx="0"/>
  <p:cmAuthor id="238" name="未知用户55" initials="未" lastIdx="1" clrIdx="0"/>
  <p:cmAuthor id="239" name="未知的使用者95" initials="未" lastIdx="1" clrIdx="0"/>
  <p:cmAuthor id="240" name="未知的使用者32" initials="未" lastIdx="1" clrIdx="0"/>
  <p:cmAuthor id="241" name="未知的使用者49" initials="未" lastIdx="1" clrIdx="0"/>
  <p:cmAuthor id="242" name="yuexuejun" initials="y" lastIdx="3" clrIdx="0"/>
  <p:cmAuthor id="243" name="未知的使用者71" initials="未" lastIdx="1" clrIdx="1"/>
  <p:cmAuthor id="244" name="未知的使用者105" initials="未" lastIdx="1" clrIdx="0"/>
  <p:cmAuthor id="245" name="Unknown User70" initials="U" lastIdx="1" clrIdx="0"/>
  <p:cmAuthor id="246" name="clinchen" initials="c" lastIdx="0" clrIdx="1"/>
  <p:cmAuthor id="247" name="未知用户23" initials="未" lastIdx="1" clrIdx="0"/>
  <p:cmAuthor id="248" name="hanjuncompany" initials="h" lastIdx="1" clrIdx="0"/>
  <p:cmAuthor id="249" name="kathy chen" initials="k" lastIdx="3" clrIdx="0"/>
  <p:cmAuthor id="250" name="未知的使用者63" initials="未" lastIdx="1" clrIdx="0"/>
  <p:cmAuthor id="251" name="未知的使用者64" initials="未" lastIdx="3" clrIdx="1"/>
  <p:cmAuthor id="252" name="未知的使用者47" initials="未" lastIdx="1" clrIdx="0"/>
  <p:cmAuthor id="253" name="未知的使用者60" initials="未" lastIdx="8" clrIdx="0"/>
  <p:cmAuthor id="254" name="未知的使用者59" initials="未" lastIdx="1" clrIdx="0"/>
  <p:cmAuthor id="255" name="未知的使用者54" initials="未" lastIdx="1" clrIdx="0"/>
  <p:cmAuthor id="256" name="未知的使用者66" initials="未" lastIdx="8" clrIdx="0"/>
  <p:cmAuthor id="257" name="未知的使用者65" initials="未" lastIdx="1" clrIdx="0"/>
  <p:cmAuthor id="258" name="未知的使用者106" initials="未" lastIdx="3" clrIdx="1"/>
  <p:cmAuthor id="259" name="未知的使用者107" initials="未" lastIdx="1" clrIdx="1"/>
  <p:cmAuthor id="260" name="未知的使用者108" initials="未" lastIdx="1" clrIdx="0"/>
  <p:cmAuthor id="261" name="未知的使用者86" initials="未" lastIdx="1" clrIdx="0"/>
  <p:cmAuthor id="262" name="未知的使用者116" initials="未" lastIdx="1" clrIdx="1"/>
  <p:cmAuthor id="263" name="未知的使用者44" initials="未" lastIdx="1" clrIdx="0"/>
  <p:cmAuthor id="264" name="未知的使用者37" initials="未" lastIdx="1" clrIdx="0"/>
  <p:cmAuthor id="265" name="未知的使用者126" initials="未" lastIdx="1" clrIdx="0"/>
  <p:cmAuthor id="266" name="未知的使用者127" initials="未" lastIdx="3" clrIdx="1"/>
  <p:cmAuthor id="267" name="未知的使用者128" initials="未" lastIdx="1" clrIdx="1"/>
  <p:cmAuthor id="268" name="未知的使用者124" initials="未" lastIdx="1" clrIdx="0"/>
  <p:cmAuthor id="269" name="未知的使用者125" initials="未" lastIdx="1" clrIdx="0"/>
  <p:cmAuthor id="270" name="Sara Chen" initials="S" lastIdx="1" clrIdx="0"/>
  <p:cmAuthor id="271" name="huang gerrard" initials="h" lastIdx="1" clrIdx="0"/>
  <p:cmAuthor id="272" name="未知用户170" initials="未" lastIdx="1" clrIdx="0"/>
  <p:cmAuthor id="273" name="未知用户171" initials="未" lastIdx="5" clrIdx="1"/>
  <p:cmAuthor id="274" name="未知用户172" initials="未" lastIdx="1" clrIdx="1"/>
  <p:cmAuthor id="275" name="未知用户173" initials="未" lastIdx="1" clrIdx="0"/>
  <p:cmAuthor id="276" name="未知用户149" initials="未" lastIdx="1" clrIdx="0"/>
  <p:cmAuthor id="277" name="未知用户150" initials="未" lastIdx="1" clrIdx="0"/>
  <p:cmAuthor id="278" name="未知用户151" initials="未" lastIdx="2" clrIdx="0"/>
  <p:cmAuthor id="279" name="未知用户152" initials="未" lastIdx="8" clrIdx="0"/>
  <p:cmAuthor id="280" name="未知用户153" initials="未" lastIdx="8" clrIdx="0"/>
  <p:cmAuthor id="281" name="未知用户154" initials="未" lastIdx="1" clrIdx="0"/>
  <p:cmAuthor id="282" name="未知用户155" initials="未" lastIdx="1" clrIdx="0"/>
  <p:cmAuthor id="283" name="未知用户41" initials="未" lastIdx="8" clrIdx="0"/>
  <p:cmAuthor id="284" name="未知用户44" initials="未" lastIdx="1" clrIdx="0"/>
  <p:cmAuthor id="285" name="未知用户45" initials="未" lastIdx="1" clrIdx="0"/>
  <p:cmAuthor id="286" name="未知用户156" initials="未" lastIdx="10" clrIdx="0"/>
  <p:cmAuthor id="287" name="未知用户64" initials="未" lastIdx="1" clrIdx="0"/>
  <p:cmAuthor id="288" name="未知用户65" initials="未" lastIdx="1" clrIdx="0"/>
  <p:cmAuthor id="289" name="未知用户68" initials="未" lastIdx="1" clrIdx="0"/>
  <p:cmAuthor id="290" name="未知用户69" initials="未" lastIdx="2" clrIdx="0"/>
  <p:cmAuthor id="291" name="未知用户70" initials="未" lastIdx="1" clrIdx="1"/>
  <p:cmAuthor id="292" name="未知用户71" initials="未" lastIdx="1" clrIdx="0"/>
  <p:cmAuthor id="8534" name="李丽" initials="李" lastIdx="1" clrIdx="368"/>
  <p:cmAuthor id="293" name="未知用户72" initials="未" lastIdx="1" clrIdx="0"/>
  <p:cmAuthor id="294" name="未知用户73" initials="未" lastIdx="2" clrIdx="0"/>
  <p:cmAuthor id="295" name="未知用户49" initials="未" lastIdx="1" clrIdx="0"/>
  <p:cmAuthor id="296" name="未知用户50" initials="未" lastIdx="1" clrIdx="0"/>
  <p:cmAuthor id="297" name="未知用户52" initials="未" lastIdx="1" clrIdx="0"/>
  <p:cmAuthor id="298" name="MA15" initials="M" lastIdx="1" clrIdx="0"/>
  <p:cmAuthor id="299" name="未知用户53" initials="未" lastIdx="10" clrIdx="0"/>
  <p:cmAuthor id="300" name="未知用户96" initials="未" lastIdx="1" clrIdx="0"/>
  <p:cmAuthor id="301" name="未知用户48" initials="未" lastIdx="1" clrIdx="0"/>
  <p:cmAuthor id="302" name="未知用户97" initials="未" lastIdx="2" clrIdx="0"/>
  <p:cmAuthor id="303" name="未知用户40" initials="未" lastIdx="5" clrIdx="1"/>
  <p:cmAuthor id="304" name="未知用户43" initials="未" lastIdx="1" clrIdx="0"/>
  <p:cmAuthor id="305" name="未知用户100" initials="未" lastIdx="1" clrIdx="0"/>
  <p:cmAuthor id="306" name="未知用户101" initials="未" lastIdx="1" clrIdx="0"/>
  <p:cmAuthor id="307" name="未知用户26" initials="未" lastIdx="1" clrIdx="0"/>
  <p:cmAuthor id="308" name="未知用户29" initials="未" lastIdx="1" clrIdx="0"/>
  <p:cmAuthor id="309" name="未知用户32" initials="未" lastIdx="1" clrIdx="0"/>
  <p:cmAuthor id="310" name="未知用户33" initials="未" lastIdx="1" clrIdx="0"/>
  <p:cmAuthor id="311" name="未知用户34" initials="未" lastIdx="2" clrIdx="0"/>
  <p:cmAuthor id="312" name="未知用户42" initials="未" lastIdx="1" clrIdx="0"/>
  <p:cmAuthor id="313" name="未知的使用者109" initials="未" lastIdx="5" clrIdx="1"/>
  <p:cmAuthor id="314" name="未知的使用者122" initials="未" lastIdx="1" clrIdx="0"/>
  <p:cmAuthor id="315" name="未知的使用者123" initials="未" lastIdx="8" clrIdx="0"/>
  <p:cmAuthor id="316" name="张诗敏" initials="张" lastIdx="0" clrIdx="0"/>
  <p:cmAuthor id="49837067" name="刘浩" initials="刘" lastIdx="180431" clrIdx="0"/>
  <p:cmAuthor id="49837068" name="Vivian Liu" initials="VL" lastIdx="1" clrIdx="1"/>
  <p:cmAuthor id="268864578" name="张一森" initials="张" lastIdx="1" clrIdx="370"/>
  <p:cmAuthor id="369" name="ruichaonan" initials="r" lastIdx="1" clrIdx="368"/>
  <p:cmAuthor id="325" name="Dell" initials="D" lastIdx="1" clrIdx="324"/>
  <p:cmAuthor id="482245296" name="Ditto" initials="D" lastIdx="1" clrIdx="319"/>
  <p:cmAuthor id="286783773" name="mjs" initials="m" lastIdx="1" clrIdx="381"/>
  <p:cmAuthor id="1716582379" name="熊伟强" initials="熊" lastIdx="2" clrIdx="0"/>
  <p:cmAuthor id="1613310252" name="捷途山海" initials="捷" lastIdx="1" clrIdx="17"/>
  <p:cmAuthor id="95" name="Yuan Hu" initials="Y" lastIdx="1" clrIdx="0"/>
  <p:cmAuthor id="114" name="魏永生" initials="魏" lastIdx="4" clrIdx="17"/>
  <p:cmAuthor id="1396823279" name="WPS_1660975528" initials="W" lastIdx="2" clrIdx="64"/>
  <p:cmAuthor id="171" name="未知用户63" initials="未" lastIdx="21" clrIdx="4"/>
  <p:cmAuthor id="212" name="段振华" initials="段" lastIdx="1" clrIdx="0"/>
  <p:cmAuthor id="1683901592" name="程涛" initials="程" lastIdx="1" clrIdx="5"/>
  <p:cmAuthor id="1683543828" name="周涛" initials="周" lastIdx="1" clrIdx="0"/>
  <p:cmAuthor id="210492765" name="施普希（菜菜）" initials="施" lastIdx="0" clrIdx="0"/>
  <p:cmAuthor id="210492766" name="dong longyuan" initials="dl" lastIdx="1" clrIdx="11"/>
  <p:cmAuthor id="210492767" name="Peter Zheng" initials="PZ" lastIdx="2" clrIdx="12"/>
  <p:cmAuthor id="8535702" name="曾蓓/贝贝" initials="曾" lastIdx="0" clrIdx="0"/>
  <p:cmAuthor id="691587972" name="li hui" initials="lh" lastIdx="1" clrIdx="50"/>
  <p:cmAuthor id="191251538" name="苏光耀_fEJ3faiq" initials="authorId_173651" lastIdx="0" clrIdx="0"/>
  <p:cmAuthor id="191251539" name="张宇_RRziEZrm" initials="authorId_260961" lastIdx="0" clrIdx="0"/>
  <p:cmAuthor id="691587973" name="jig" initials="j" lastIdx="2" clrIdx="57"/>
  <p:cmAuthor id="331" name="金洁" initials="金" lastIdx="1" clrIdx="330"/>
  <p:cmAuthor id="287643684" name="Aqf" initials="A" lastIdx="1" clrIdx="36"/>
  <p:cmAuthor id="691587974" name="嘉琦" initials="嘉琦" lastIdx="1" clrIdx="59"/>
  <p:cmAuthor id="327" name="whpaul" initials="w" lastIdx="1" clrIdx="326"/>
  <p:cmAuthor id="330" name="刘铭" initials="刘" lastIdx="1" clrIdx="334"/>
  <p:cmAuthor id="333" name="汪亦超" initials="汪" lastIdx="1" clrIdx="332"/>
  <p:cmAuthor id="335" name="wuxiaoqi1" initials="w" lastIdx="2" clrIdx="334"/>
  <p:cmAuthor id="339" name="赵刚" initials="赵" lastIdx="1" clrIdx="325"/>
  <p:cmAuthor id="341" name="mu zi" initials="m" lastIdx="6" clrIdx="22"/>
  <p:cmAuthor id="287643685" name="13709759491@139.com" initials="1" lastIdx="1" clrIdx="49"/>
  <p:cmAuthor id="355" name="yangjun123" initials="y" lastIdx="1" clrIdx="354"/>
  <p:cmAuthor id="47245819" name="群智集" initials="群" lastIdx="0" clrIdx="0"/>
  <p:cmAuthor id="191251540" name="韩剑侠" initials="P" lastIdx="1" clrIdx="41"/>
  <p:cmAuthor id="210492768" name="gus9@chinaunicom.cn" initials="g" lastIdx="4" clrIdx="27"/>
  <p:cmAuthor id="2006" name="jiaru tiger" initials="jt" lastIdx="2" clrIdx="38"/>
  <p:cmAuthor id="691587975" name="王 明振" initials="王" lastIdx="1" clrIdx="334"/>
  <p:cmAuthor id="475196944" name="姚琳" initials="姚" lastIdx="1133934" clrIdx="0"/>
  <p:cmAuthor id="475196945" name="chen" initials="c" lastIdx="1" clrIdx="2"/>
  <p:cmAuthor id="345" name="mengx79" initials="m" lastIdx="1" clrIdx="344"/>
  <p:cmAuthor id="366" name="崔涛" initials="崔" lastIdx="1" clrIdx="365"/>
  <p:cmAuthor id="337" name="10568" initials="1" lastIdx="1" clrIdx="336"/>
  <p:cmAuthor id="368" name="林诗婷" initials="林" lastIdx="1" clrIdx="367"/>
  <p:cmAuthor id="691587976" name="梁光灯_iI7bJ7vm" initials="authorId_510858482" lastIdx="0" clrIdx="0"/>
  <p:cmAuthor id="376" name="UNICOM" initials="U" lastIdx="1" clrIdx="375"/>
  <p:cmAuthor id="564" name="未知用户319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70" name="未知用户110" initials="未" lastIdx="1" clrIdx="0"/>
  <p:cmAuthor id="571" name="未知用户121" initials="未" lastIdx="1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191251541" name="sjzx" initials="s" lastIdx="1" clrIdx="25"/>
  <p:cmAuthor id="578" name="未知用户282" initials="未" lastIdx="3" clrIdx="1"/>
  <p:cmAuthor id="191251542" name="yang.yuan" initials="y" lastIdx="0" clrIdx="17"/>
  <p:cmAuthor id="579" name="未知用户283" initials="未" lastIdx="1" clrIdx="1"/>
  <p:cmAuthor id="191251543" name="王娟" initials="1" lastIdx="1" clrIdx="31"/>
  <p:cmAuthor id="580" name="未知用户284" initials="未" lastIdx="1" clrIdx="0"/>
  <p:cmAuthor id="581" name="未知用户285" initials="未" lastIdx="8" clrIdx="0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7" name="未知用户256" initials="未" lastIdx="1" clrIdx="0"/>
  <p:cmAuthor id="598" name="未知的使用者139" initials="未" lastIdx="1" clrIdx="0"/>
  <p:cmAuthor id="599" name="未知用户258" initials="未" lastIdx="8" clrIdx="0"/>
  <p:cmAuthor id="604" name="未知的使用者140" initials="未" lastIdx="1" clrIdx="1"/>
  <p:cmAuthor id="605" name="yudi lin" initials="y" lastIdx="0" clrIdx="0"/>
  <p:cmAuthor id="608" name="49554261@qq.com" initials="4" lastIdx="2" clrIdx="2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7" name="未知用户218" initials="未" lastIdx="1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6" name="王丽君" initials="王" lastIdx="4" clrIdx="0"/>
  <p:cmAuthor id="628" name="�Ÿ�" initials="�" lastIdx="1" clrIdx="0"/>
  <p:cmAuthor id="630" name="jesschin" initials="j" lastIdx="1" clrIdx="510"/>
  <p:cmAuthor id="633" name="Carol Kelly" initials="C" lastIdx="1" clrIdx="0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Heyhx" initials="H" lastIdx="1" clrIdx="647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7" name="未知用户311" initials="未" lastIdx="2" clrIdx="0"/>
  <p:cmAuthor id="668" name="未知用户312" initials="未" lastIdx="1" clrIdx="0"/>
  <p:cmAuthor id="670" name="未知用户314" initials="未" lastIdx="1" clrIdx="1"/>
  <p:cmAuthor id="671" name="晓  曲" initials="晓" lastIdx="1" clrIdx="0"/>
  <p:cmAuthor id="673" name="未知用户216" initials="未" lastIdx="1" clrIdx="0"/>
  <p:cmAuthor id="674" name="孟连磊" initials="孟" lastIdx="1" clrIdx="0"/>
  <p:cmAuthor id="676" name="未知的使用者177" initials="未" lastIdx="8" clrIdx="0"/>
  <p:cmAuthor id="343" name="娜娅" initials="娜" lastIdx="2" clrIdx="342"/>
  <p:cmAuthor id="353" name="崔彤欣" initials="崔" lastIdx="1" clrIdx="321"/>
  <p:cmAuthor id="370" name="未知的使用者142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84" name="未知用户134" initials="未" lastIdx="10" clrIdx="0"/>
  <p:cmAuthor id="390" name="未知的使用者201" initials="未" lastIdx="8" clrIdx="0"/>
  <p:cmAuthor id="396" name="未知的使用者222" initials="" lastIdx="5" clrIdx="1"/>
  <p:cmAuthor id="398" name="未知的使用者204" initials="未" lastIdx="1" clrIdx="0"/>
  <p:cmAuthor id="402" name="未知用户133" initials="未" lastIdx="1" clrIdx="0"/>
  <p:cmAuthor id="410" name="未知的使用者232" initials="" lastIdx="8" clrIdx="0"/>
  <p:cmAuthor id="415" name="未知用户184" initials="未" lastIdx="1" clrIdx="1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3" name="未知用户194" initials="未" lastIdx="1" clrIdx="0"/>
  <p:cmAuthor id="424" name="未知用户187" initials="未" lastIdx="10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57" name="未知用户132" initials="未" lastIdx="1" clrIdx="0"/>
  <p:cmAuthor id="458" name="未知用户141" initials="未" lastIdx="1" clrIdx="1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486" name="未知的使用者190" initials="未" lastIdx="1" clrIdx="1"/>
  <p:cmAuthor id="487" name="未知的使用者191" initials="未" lastIdx="1" clrIdx="0"/>
  <p:cmAuthor id="488" name="未知的使用者192" initials="未" lastIdx="1" clrIdx="0"/>
  <p:cmAuthor id="489" name="未知的使用者193" initials="未" lastIdx="2" clrIdx="0"/>
  <p:cmAuthor id="491" name="未知的使用者210" initials="未" lastIdx="1" clrIdx="0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507" name="未知的使用者130" initials="未" lastIdx="8" clrIdx="0"/>
  <p:cmAuthor id="508" name="未知的使用者131" initials="未" lastIdx="2" clrIdx="0"/>
  <p:cmAuthor id="510" name="未知的使用者164" initials="未" lastIdx="8" clrIdx="0"/>
  <p:cmAuthor id="511" name="未知的使用者172" initials="未" lastIdx="1" clrIdx="0"/>
  <p:cmAuthor id="512" name="未知的使用者174" initials="未" lastIdx="1" clrIdx="0"/>
  <p:cmAuthor id="513" name="未知的使用者247" initials="未" lastIdx="6" clrIdx="0"/>
  <p:cmAuthor id="514" name="未知的使用者249" initials="未" lastIdx="43" clrIdx="1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520" name="未知的使用者253" initials="未" lastIdx="1" clrIdx="0"/>
  <p:cmAuthor id="521" name="未知的使用者254" initials="未" lastIdx="1" clrIdx="0"/>
  <p:cmAuthor id="522" name="未知的使用者255" initials="未" lastIdx="1" clrIdx="0"/>
  <p:cmAuthor id="523" name="未知的使用者226" initials="未" lastIdx="8" clrIdx="0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527" name="未知的使用者229" initials="未" lastIdx="8" clrIdx="0"/>
  <p:cmAuthor id="528" name="未知的使用者230" initials="未" lastIdx="1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659" name="卞珊珊" initials="卞" lastIdx="1" clrIdx="658"/>
  <p:cmAuthor id="29922660" name="杨强" initials="杨" lastIdx="0" clrIdx="0"/>
  <p:cmAuthor id="29922661" name="檀晟 陈" initials="檀晟" lastIdx="1" clrIdx="10"/>
  <p:cmAuthor id="146566727" name="xzb1" initials="x" lastIdx="1" clrIdx="1"/>
  <p:cmAuthor id="381437688" name="谢学斌" initials="谢" lastIdx="0" clrIdx="0"/>
  <p:cmAuthor id="47245820" name="郏 鹏" initials="郏" lastIdx="1" clrIdx="16"/>
  <p:cmAuthor id="47245821" name="郏鹏" initials="M" lastIdx="1" clrIdx="17"/>
  <p:cmAuthor id="394525612" name="peng Terry" initials="pT" lastIdx="1" clrIdx="23"/>
  <p:cmAuthor id="708433798" name="jialuo" initials="j" lastIdx="0" clrIdx="0"/>
  <p:cmAuthor id="1483810881" name="WPS_1679281038" initials="W" lastIdx="1" clrIdx="2"/>
  <p:cmAuthor id="1682082551" name="耿炎" initials="耿" lastIdx="1" clrIdx="0"/>
  <p:cmAuthor id="1682091849" name="周伟" initials="周" lastIdx="1" clrIdx="0"/>
  <p:cmAuthor id="1681620597" name="孙芳芳" initials="孙" lastIdx="1" clrIdx="2"/>
  <p:cmAuthor id="1680221765" name="吴海林" initials="吴" lastIdx="1" clrIdx="4"/>
  <p:cmAuthor id="1672656290" name="胡刚" initials="胡" lastIdx="1" clrIdx="0"/>
  <p:cmAuthor id="1672656343" name="刘金珂" initials="刘" lastIdx="4" clrIdx="0"/>
  <p:cmAuthor id="335126126" name="李春" initials="李" lastIdx="1" clrIdx="0"/>
  <p:cmAuthor id="1672656316" name="王辰安" initials="王" lastIdx="2" clrIdx="10"/>
  <p:cmAuthor id="1672656471" name="袁弯弯" initials="袁" lastIdx="1" clrIdx="3"/>
  <p:cmAuthor id="1671886261" name="WPS_1735956362" initials="W" lastIdx="1" clrIdx="1"/>
  <p:cmAuthor id="1672656058" name="廖静雅" initials="廖" lastIdx="1" clrIdx="1"/>
  <p:cmAuthor id="1672655980" name="武永康" initials="武" lastIdx="1" clrIdx="1"/>
  <p:cmAuthor id="1672656472" name="崔俊 Jun Cui （研发总院 AERI）" initials="崔俊" lastIdx="1" clrIdx="25"/>
  <p:cmAuthor id="1672656344" name="张碧波" initials="张碧波" lastIdx="1" clrIdx="2"/>
  <p:cmAuthor id="1672656345" name="1958" initials="11" lastIdx="1" clrIdx="8"/>
  <p:cmAuthor id="1672656055" name="刘俊武" initials="刘" lastIdx="1" clrIdx="0"/>
  <p:cmAuthor id="1672656063" name="程爽" initials="程" lastIdx="1" clrIdx="6"/>
  <p:cmAuthor id="396692236" name="@" initials="@" lastIdx="1" clrIdx="0"/>
  <p:cmAuthor id="1677985920" name="王中祥" initials="王" lastIdx="4" clrIdx="377"/>
  <p:cmAuthor id="1672655819" name="王代奎" initials="王" lastIdx="16" clrIdx="2"/>
  <p:cmAuthor id="1672657389" name="孙肖帅" initials="孙" lastIdx="1" clrIdx="370"/>
  <p:cmAuthor id="1697925651" name="荀娜" initials="荀" lastIdx="1" clrIdx="8"/>
  <p:cmAuthor id="1672656242" name="梁镇宇" initials="梁" lastIdx="1" clrIdx="1"/>
  <p:cmAuthor id="445034169" name="幽泉" initials="幽" lastIdx="1" clrIdx="0"/>
  <p:cmAuthor id="1672657202" name="洪宾宝" initials="洪" lastIdx="1" clrIdx="0"/>
  <p:cmAuthor id="1681617437" name="周燕" initials="周" lastIdx="1" clrIdx="0"/>
  <p:cmAuthor id="1132422835" name="豆芽" initials="豆" lastIdx="1" clrIdx="8"/>
  <p:cmAuthor id="1682088608" name="崔国庆" initials="崔" lastIdx="2" clrIdx="1"/>
  <p:cmAuthor id="1672657397" name="王卫" initials="王" lastIdx="1" clrIdx="1"/>
  <p:cmAuthor id="1683539850" name="樊瑞" initials="樊" lastIdx="2" clrIdx="6"/>
  <p:cmAuthor id="1685701239" name="王雅亭" initials="王" lastIdx="1" clrIdx="3"/>
  <p:cmAuthor id="335126127" name="张勇" initials="张" lastIdx="1" clrIdx="2"/>
  <p:cmAuthor id="1087973711" name="迁徙" initials="迁" lastIdx="1" clrIdx="14"/>
  <p:cmAuthor id="296654211" name="  微乐人生 " initials=" " lastIdx="1" clrIdx="14"/>
  <p:cmAuthor id="1634243517" name="谭东" initials="谭" lastIdx="1" clrIdx="0"/>
  <p:cmAuthor id="1634243518" name="王净植 Jingzhi Wang (法律和知识产权中心)" initials="王净植" lastIdx="1" clrIdx="341"/>
  <p:cmAuthor id="1633878866" name="彭博" initials="彭" lastIdx="2" clrIdx="340"/>
  <p:cmAuthor id="1672655891" name="李雪婷" initials="李" lastIdx="1" clrIdx="2"/>
  <p:cmAuthor id="1680154810" name="王锐" initials="王" lastIdx="1" clrIdx="5"/>
  <p:cmAuthor id="1672657121" name="王武" initials="王" lastIdx="2" clrIdx="0"/>
  <p:cmAuthor id="1672656057" name="曾峰" initials="曾" lastIdx="1" clrIdx="1"/>
  <p:cmAuthor id="1672657426" name="张叶" initials="张" lastIdx="1" clrIdx="4"/>
  <p:cmAuthor id="1672656473" name="王志刚" initials="王" lastIdx="2" clrIdx="3"/>
  <p:cmAuthor id="1615351904" name="夏乾峰" initials="夏" lastIdx="1" clrIdx="345"/>
  <p:cmAuthor id="373239727" name="爽歪歪" initials="爽" lastIdx="1" clrIdx="21"/>
  <p:cmAuthor id="201515585" name="谭_夜方天" initials="谭" lastIdx="4" clrIdx="16"/>
  <p:cmAuthor id="1155384261" name="WPS_1609217338" initials="W" lastIdx="2" clrIdx="3"/>
  <p:cmAuthor id="1548207132" name="KevinZ" initials="K" lastIdx="1" clrIdx="0"/>
  <p:cmAuthor id="372920522" name="倫" initials="倫" lastIdx="1" clrIdx="29"/>
  <p:cmAuthor id="1505454008" name="WPS_1686790532" initials="W" lastIdx="1" clrIdx="35"/>
  <p:cmAuthor id="1249453685" name="微信用户" initials="微" lastIdx="1" clrIdx="0"/>
  <p:cmAuthor id="448009074" name="CC" initials="C" lastIdx="2" clrIdx="17"/>
  <p:cmAuthor id="373239728" name="x d" initials="xd" lastIdx="4" clrIdx="25"/>
  <p:cmAuthor id="519453238" name="徐圣" initials="徐" lastIdx="1" clrIdx="30"/>
  <p:cmAuthor id="451686918" name="雷恒" initials="雷" lastIdx="17" clrIdx="19"/>
  <p:cmAuthor id="1602680948" name="田勃" initials="田" lastIdx="1" clrIdx="1"/>
  <p:cmAuthor id="475249971" name="HTR" initials="H" lastIdx="7" clrIdx="37"/>
  <p:cmAuthor id="244697621" name="博源" initials="博" lastIdx="1" clrIdx="36"/>
  <p:cmAuthor id="4944" name="郝树新" initials="郝" lastIdx="8" clrIdx="314"/>
  <p:cmAuthor id="259930509" name="安落晓陌" initials="安" lastIdx="1" clrIdx="0"/>
  <p:cmAuthor id="259930510" name="王俊程_7NNjfymA" initials="authorId_6234" lastIdx="0" clrIdx="0"/>
  <p:cmAuthor id="259930511" name="jiyali (A)" initials="j(" lastIdx="17" clrIdx="318"/>
  <p:cmAuthor id="1674098505" name="曹彦飞" initials="曹" lastIdx="7" clrIdx="4"/>
  <p:cmAuthor id="1690787083" name="徐少泽" initials="徐" lastIdx="1" clrIdx="0"/>
  <p:cmAuthor id="1634243524" name="邹宇鹏" initials="邹" lastIdx="2" clrIdx="1"/>
  <p:cmAuthor id="1690787084" name="邓添添 Tiantian Deng （财务中心）" initials="邓添添" lastIdx="1" clrIdx="4"/>
  <p:cmAuthor id="294595057" name="孙烨" initials="孙" lastIdx="1" clrIdx="317"/>
  <p:cmAuthor id="365" name="Sun Rowena" initials="SR" lastIdx="1" clrIdx="311"/>
  <p:cmAuthor id="287479222" name="龍行天下" initials="龍" lastIdx="5" clrIdx="307"/>
  <p:cmAuthor id="1210168429" name="丁健" initials="丁" lastIdx="1" clrIdx="340"/>
  <p:cmAuthor id="975807952" name="HH" initials="H" lastIdx="1" clrIdx="10"/>
  <p:cmAuthor id="1678341828" name="姜朝妮" initials="姜" lastIdx="2" clrIdx="12"/>
  <p:cmAuthor id="665651747" name="ht" initials="h" lastIdx="2" clrIdx="11"/>
  <p:cmAuthor id="1676641809" name="孔帅" initials="孔" lastIdx="1" clrIdx="1"/>
  <p:cmAuthor id="1672657639" name="潘一成" initials="潘" lastIdx="2" clrIdx="8"/>
  <p:cmAuthor id="1672657640" name="lida" initials="l" lastIdx="1" clrIdx="341"/>
  <p:cmAuthor id="1672656768" name="王章伟" initials="王" lastIdx="1" clrIdx="1"/>
  <p:cmAuthor id="1672656555" name="刘方" initials="刘" lastIdx="1" clrIdx="1"/>
  <p:cmAuthor id="1672656563" name="陈壮" initials="陈" lastIdx="1" clrIdx="1"/>
  <p:cmAuthor id="1672656844" name="王震寰" initials="王" lastIdx="1" clrIdx="1"/>
  <p:cmAuthor id="1678125712" name="赵明怀" initials="赵" lastIdx="2" clrIdx="16"/>
  <p:cmAuthor id="1681616040" name="陈恒" initials="陈" lastIdx="2" clrIdx="0"/>
  <p:cmAuthor id="1691318640" name="吴凯华" initials="吴" lastIdx="13" clrIdx="3"/>
  <p:cmAuthor id="1676282709" name="尹露露" initials="尹" lastIdx="1" clrIdx="0"/>
  <p:cmAuthor id="1672656433" name="范赟建" initials="范" lastIdx="1" clrIdx="0"/>
  <p:cmAuthor id="1672656468" name="程颖" initials="程" lastIdx="1" clrIdx="17"/>
  <p:cmAuthor id="587589085" name="吉祥" initials="吉" lastIdx="1" clrIdx="13"/>
  <p:cmAuthor id="1319055702" name="test" initials="t" lastIdx="3" clrIdx="15"/>
  <p:cmAuthor id="1672656502" name="黄芊" initials="黄" lastIdx="1" clrIdx="0"/>
  <p:cmAuthor id="1688856487" name="胡渐" initials="胡" lastIdx="1" clrIdx="329"/>
  <p:cmAuthor id="1682104433" name="林强" initials="林" lastIdx="3" clrIdx="1"/>
  <p:cmAuthor id="1672656378" name="赵艳平" initials="赵" lastIdx="1" clrIdx="0"/>
  <p:cmAuthor id="1672656389" name="沈旭" initials="沈" lastIdx="1" clrIdx="10"/>
  <p:cmAuthor id="207460691" name="林晗" initials="林" lastIdx="1" clrIdx="1"/>
  <p:cmAuthor id="1672657037" name="闻致远" initials="闻" lastIdx="1" clrIdx="1"/>
  <p:cmAuthor id="1672657412" name="蒋甘霖" initials="蒋" lastIdx="1" clrIdx="3"/>
  <p:cmAuthor id="1682301455" name="朱燕" initials="朱" lastIdx="1" clrIdx="2"/>
  <p:cmAuthor id="1682096260" name="高磊" initials="高" lastIdx="1" clrIdx="0"/>
  <p:cmAuthor id="476511732" name="小冰" initials="小" lastIdx="1" clrIdx="1"/>
  <p:cmAuthor id="370487822" name="Xenia" initials="X" lastIdx="1" clrIdx="0"/>
  <p:cmAuthor id="473653970" name="土豆儿" initials="土" lastIdx="2" clrIdx="12"/>
  <p:cmAuthor id="1683534983" name="宋子超" initials="宋" lastIdx="1" clrIdx="24"/>
  <p:cmAuthor id="473653971" name="杜强 Qiang Du （营销公司）" initials="杜强" lastIdx="1" clrIdx="27"/>
  <p:cmAuthor id="587889056" name="ジョーカー誠" initials="ジ" lastIdx="2" clrIdx="12"/>
  <p:cmAuthor id="1130801456" name="heart" initials="h" lastIdx="2" clrIdx="370"/>
  <p:cmAuthor id="212385275" name="寄情于悦" initials="寄" lastIdx="1" clrIdx="372"/>
  <p:cmAuthor id="441403672" name="流年" initials="流" lastIdx="1" clrIdx="2"/>
  <p:cmAuthor id="358926262" name="Johnky" initials="J" lastIdx="1" clrIdx="0"/>
  <p:cmAuthor id="430057189" name="Devil" initials="D" lastIdx="1" clrIdx="126"/>
  <p:cmAuthor id="1413969841" name="王秦" initials="王" lastIdx="1" clrIdx="0"/>
  <p:cmAuthor id="1130801457" name="惊涛 吴" initials="惊吴" lastIdx="1" clrIdx="371"/>
  <p:cmAuthor id="1683540563" name="李清赫" initials="李" lastIdx="1" clrIdx="13"/>
  <p:cmAuthor id="481820501" name="TinyYu" initials="T" lastIdx="1" clrIdx="375"/>
  <p:cmAuthor id="1672655853" name="谢成俊" initials="谢" lastIdx="2" clrIdx="376"/>
  <p:cmAuthor id="1682080022" name="郑勇" initials="郑" lastIdx="1" clrIdx="2"/>
  <p:cmAuthor id="341852575" name="闪电娃" initials="闪" lastIdx="2" clrIdx="22"/>
  <p:cmAuthor id="1682301350" name="韩文豪" initials="韩" lastIdx="1" clrIdx="2"/>
  <p:cmAuthor id="452196177" name="盼盼" initials="盼" lastIdx="1" clrIdx="19"/>
  <p:cmAuthor id="557285851" name="橙子" initials="橙" lastIdx="1" clrIdx="0"/>
  <p:cmAuthor id="1682083322" name="许小海" initials="许" lastIdx="1" clrIdx="374"/>
  <p:cmAuthor id="1683543774" name="郜静" initials="郜" lastIdx="1" clrIdx="3"/>
  <p:cmAuthor id="1680222894" name="冯泽祥" initials="冯" lastIdx="1" clrIdx="0"/>
  <p:cmAuthor id="1683544159" name="袁源" initials="袁" lastIdx="1" clrIdx="0"/>
  <p:cmAuthor id="249310981" name="TQ" initials="T" lastIdx="1" clrIdx="58"/>
  <p:cmAuthor id="1682083113" name="高升" initials="高" lastIdx="1" clrIdx="408"/>
  <p:cmAuthor id="1678678701" name="林小献" initials="林" lastIdx="1" clrIdx="3"/>
  <p:cmAuthor id="2007" name="李忻雨-市场中心_F773zyU3" initials="authorId_1320671970" lastIdx="1648570292" clrIdx="0"/>
  <p:cmAuthor id="210353301" name="周畅" initials="周" lastIdx="1" clrIdx="313"/>
  <p:cmAuthor id="1712079101" name="袁丹丹" initials="袁" lastIdx="1" clrIdx="452"/>
  <p:cmAuthor id="527513448" name="玛卡瑞纳" initials="玛" lastIdx="1" clrIdx="3"/>
  <p:cmAuthor id="473288025" name="月剑痕" initials="月" lastIdx="1" clrIdx="4"/>
  <p:cmAuthor id="1714045600" name="梁易彤" initials="梁" lastIdx="2" clrIdx="3"/>
  <p:cmAuthor id="794703934" name="姊雨晨風" initials="姊" lastIdx="1" clrIdx="1"/>
  <p:cmAuthor id="1676282712" name="周子尧" initials="周" lastIdx="1" clrIdx="2"/>
  <p:cmAuthor id="1681615028" name="曾子龙" initials="曾" lastIdx="1" clrIdx="1"/>
  <p:cmAuthor id="1711764072" name="徐潮" initials="徐" lastIdx="1" clrIdx="0"/>
  <p:cmAuthor id="1672657454" name="刘文豪" initials="刘" lastIdx="1" clrIdx="371"/>
  <p:cmAuthor id="1682090442" name="沈宗双" initials="沈" lastIdx="1" clrIdx="0"/>
  <p:cmAuthor id="1682087419" name="戴荣" initials="戴" lastIdx="1" clrIdx="1"/>
  <p:cmAuthor id="1681618842" name="詹文静" initials="詹" lastIdx="1" clrIdx="4"/>
  <p:cmAuthor id="1682078341" name="王凯帆" initials="王" lastIdx="1" clrIdx="1"/>
  <p:cmAuthor id="1712603611" name="黄春旭" initials="黄" lastIdx="1" clrIdx="215"/>
  <p:cmAuthor id="362422977" name="mogul" initials="m" lastIdx="2" clrIdx="0"/>
  <p:cmAuthor id="1672656747" name="李雪松" initials="李" lastIdx="3" clrIdx="7"/>
  <p:cmAuthor id="699705844" name="龚雪堂" initials="龚" lastIdx="1" clrIdx="0"/>
  <p:cmAuthor id="1682103355" name="李坤键" initials="李" lastIdx="3" clrIdx="0"/>
  <p:cmAuthor id="250876006" name="彪，彪～" initials="彪" lastIdx="2" clrIdx="427"/>
  <p:cmAuthor id="1680218434" name="虞红海" initials="虞" lastIdx="1" clrIdx="0"/>
  <p:cmAuthor id="541275612" name="FRIDAY" initials="F" lastIdx="3" clrIdx="422"/>
  <p:cmAuthor id="1682090534" name="李正" initials="李" lastIdx="1" clrIdx="0"/>
  <p:cmAuthor id="1680220790" name="司广东" initials="司" lastIdx="1" clrIdx="0"/>
  <p:cmAuthor id="1701850551" name="贾晓明" initials="贾" lastIdx="1" clrIdx="2"/>
  <p:cmAuthor id="1672656099" name="方旭飞" initials="方" lastIdx="1" clrIdx="8"/>
  <p:cmAuthor id="669505514" name="@Ye航" initials="@" lastIdx="1" clrIdx="0"/>
  <p:cmAuthor id="1683903693" name="刘庆芳" initials="刘" lastIdx="2" clrIdx="0"/>
  <p:cmAuthor id="357" name="未知用户111" initials="未" lastIdx="1" clrIdx="1"/>
  <p:cmAuthor id="1681620598" name="王龙洲 Longzhou Wang (大卓智能" initials="王龙洲" lastIdx="1" clrIdx="3"/>
  <p:cmAuthor id="1680220159" name="朱飞雄" initials="朱" lastIdx="1" clrIdx="0"/>
  <p:cmAuthor id="1680226229" name="李伟" initials="李" lastIdx="1" clrIdx="1"/>
  <p:cmAuthor id="1683544160" name="Z Z" initials="ZZ" lastIdx="1" clrIdx="321"/>
  <p:cmAuthor id="212306334" name="二宁" initials="二" lastIdx="1" clrIdx="6"/>
  <p:cmAuthor id="388" name="未知用户177" initials="未" lastIdx="2" clrIdx="0"/>
  <p:cmAuthor id="404" name="未知用户190" initials="未" lastIdx="1" clrIdx="1"/>
  <p:cmAuthor id="406" name="未知用户196" initials="未" lastIdx="1" clrIdx="0"/>
  <p:cmAuthor id="1685526015" name="丁世坤" initials="丁" lastIdx="2" clrIdx="0"/>
  <p:cmAuthor id="413" name="未知用户186" initials="未" lastIdx="1" clrIdx="0"/>
  <p:cmAuthor id="1683547234" name="温喆" initials="温" lastIdx="1" clrIdx="1"/>
  <p:cmAuthor id="449" name="未知的使用者166" initials="未" lastIdx="8" clrIdx="0"/>
  <p:cmAuthor id="1364684482" name="WPS_1650174715" initials="W" lastIdx="1" clrIdx="0"/>
  <p:cmAuthor id="470" name="未知用户208" initials="未" lastIdx="1" clrIdx="0"/>
  <p:cmAuthor id="223645533" name="焦旭冬" initials="焦" lastIdx="1" clrIdx="1"/>
  <p:cmAuthor id="1570588532" name="三月秋" initials="三" lastIdx="1" clrIdx="338"/>
  <p:cmAuthor id="341200866" name="K&amp;H后来的凯文" initials="K" lastIdx="1" clrIdx="0"/>
  <p:cmAuthor id="341200867" name="吕春伟 Chunwei Lv (捷途品牌事业部)" initials="吕春伟" lastIdx="1" clrIdx="2"/>
  <p:cmAuthor id="1672656374" name="李云和" initials="李" lastIdx="2" clrIdx="2"/>
  <p:cmAuthor id="1682083299" name="吴义俊" initials="吴" lastIdx="1" clrIdx="0"/>
  <p:cmAuthor id="786085232" name="晓诸" initials="晓" lastIdx="3" clrIdx="4"/>
  <p:cmAuthor id="1682108291" name="程艳艳" initials="程" lastIdx="1" clrIdx="1"/>
  <p:cmAuthor id="1672656395" name="陈梦雨" initials="陈" lastIdx="1" clrIdx="16"/>
  <p:cmAuthor id="1682303606" name="章逸斌" initials="章" lastIdx="1" clrIdx="0"/>
  <p:cmAuthor id="553" name="刘晖" initials="刘" lastIdx="1" clrIdx="0"/>
  <p:cmAuthor id="554" name="未知用户112" initials="未" lastIdx="1" clrIdx="0"/>
  <p:cmAuthor id="563" name="Raden" initials="R" lastIdx="1" clrIdx="86"/>
  <p:cmAuthor id="53829321" name="杨国杰" initials="杨" lastIdx="370875" clrIdx="0"/>
  <p:cmAuthor id="1680224168" name="王世杰" initials="王" lastIdx="1" clrIdx="0"/>
  <p:cmAuthor id="618" name="Microsoft Office User" initials="M" lastIdx="2" clrIdx="86"/>
  <p:cmAuthor id="1681618589" name="姜婷" initials="姜" lastIdx="2" clrIdx="375"/>
  <p:cmAuthor id="624" name="赵 璐" initials="赵" lastIdx="4" clrIdx="0"/>
  <p:cmAuthor id="1682079606" name="杨帆" initials="杨" lastIdx="1" clrIdx="320"/>
  <p:cmAuthor id="632" name="未知的使用者143" initials="未" lastIdx="1" clrIdx="0"/>
  <p:cmAuthor id="1672656478" name="潘玉龙" initials="潘" lastIdx="1" clrIdx="1"/>
  <p:cmAuthor id="634" name="未知的使用者155" initials="未" lastIdx="1" clrIdx="0"/>
  <p:cmAuthor id="261593343" name="小天使" initials="小" lastIdx="1" clrIdx="2"/>
  <p:cmAuthor id="261593344" name="王枫 Feng Wang （星途品牌国内业务事业部）" initials="王枫" lastIdx="1" clrIdx="5"/>
  <p:cmAuthor id="1680217422" name="夏小霞" initials="夏" lastIdx="1" clrIdx="6"/>
  <p:cmAuthor id="1004336799" name="Ivan" initials="I" lastIdx="1" clrIdx="380"/>
  <p:cmAuthor id="277230732" name="狂野的狼" initials="狂" lastIdx="1" clrIdx="424"/>
  <p:cmAuthor id="1681615627" name="杨奉庆" initials="杨" lastIdx="3" clrIdx="1"/>
  <p:cmAuthor id="1680216693" name="张睿强" initials="张" lastIdx="1" clrIdx="9"/>
  <p:cmAuthor id="1710497450" name="高汉阳" initials="高" lastIdx="1" clrIdx="367"/>
  <p:cmAuthor id="1672657304" name="蔡勤" initials="蔡" lastIdx="2" clrIdx="3"/>
  <p:cmAuthor id="1683541456" name="赵飞" initials="赵" lastIdx="1" clrIdx="0"/>
  <p:cmAuthor id="236736580" name="何凌萱" initials="何" lastIdx="2" clrIdx="5"/>
  <p:cmAuthor id="236736581" name="立鑫 程" initials="立鑫" lastIdx="1" clrIdx="318"/>
  <p:cmAuthor id="49837069" name="he zhirui" initials="hz" lastIdx="1" clrIdx="82"/>
  <p:cmAuthor id="49837070" name="伟哥" initials="伟哥" lastIdx="1" clrIdx="138"/>
  <p:cmAuthor id="1672657337" name="吴颖" initials="吴" lastIdx="2" clrIdx="354"/>
  <p:cmAuthor id="1684929069" name="万涛" initials="万" lastIdx="1" clrIdx="0"/>
  <p:cmAuthor id="1682096380" name="信逸轩" initials="信" lastIdx="1" clrIdx="3"/>
  <p:cmAuthor id="207710950" name="雷雨欣" initials="雷" lastIdx="1" clrIdx="14"/>
  <p:cmAuthor id="207710951" name="xin" initials="x" lastIdx="1" clrIdx="15"/>
  <p:cmAuthor id="1682081218" name="李奇勋" initials="李" lastIdx="1" clrIdx="1"/>
  <p:cmAuthor id="462875356" name="Laura" initials="" lastIdx="1" clrIdx="2"/>
  <p:cmAuthor id="830502701" name="荆九" initials="荆" lastIdx="1" clrIdx="0"/>
  <p:cmAuthor id="1683901926" name="吴立" initials="吴" lastIdx="1" clrIdx="0"/>
  <p:cmAuthor id="1725451362" name="李贤伟" initials="李" lastIdx="1" clrIdx="4"/>
  <p:cmAuthor id="596181807" name="kkkkkk" initials="k" lastIdx="1" clrIdx="61"/>
  <p:cmAuthor id="363" name="未知的使用者39" initials="未" lastIdx="10" clrIdx="0"/>
  <p:cmAuthor id="364" name="Arno.Du(杜明星)" initials="A" lastIdx="0" clrIdx="0"/>
  <p:cmAuthor id="367" name="zhangbin" initials="z" lastIdx="6" clrIdx="0"/>
  <p:cmAuthor id="309377123" name="A" initials="A" lastIdx="1" clrIdx="58"/>
  <p:cmAuthor id="1680224377" name="马兵" initials="马" lastIdx="1" clrIdx="503"/>
  <p:cmAuthor id="644532578" name="赵小宝" initials="赵" lastIdx="1" clrIdx="0"/>
  <p:cmAuthor id="1682081131" name="邵聪聪" initials="邵" lastIdx="1" clrIdx="0"/>
  <p:cmAuthor id="1672657417" name="刘舒扬" initials="刘" lastIdx="1" clrIdx="17"/>
  <p:cmAuthor id="1725909734" name="黄诗鹭" initials="黄" lastIdx="29" clrIdx="3"/>
  <p:cmAuthor id="1680223132" name="柳洋" initials="柳" lastIdx="1" clrIdx="1"/>
  <p:cmAuthor id="1716649614" name="郭天皓" initials="郭" lastIdx="1" clrIdx="5"/>
  <p:cmAuthor id="1682104239" name="胡龙飞" initials="胡" lastIdx="3" clrIdx="0"/>
  <p:cmAuthor id="1683543234" name="叶永青" initials="叶" lastIdx="1" clrIdx="2"/>
  <p:cmAuthor id="1682107579" name="王国庆" initials="王" lastIdx="1" clrIdx="0"/>
  <p:cmAuthor id="1683536170" name="郑永辉" initials="郑" lastIdx="2" clrIdx="0"/>
  <p:cmAuthor id="1682104338" name="范义红" initials="范" lastIdx="1" clrIdx="502"/>
  <p:cmAuthor id="1680218301" name="夏伟韦" initials="夏" lastIdx="1" clrIdx="502"/>
  <p:cmAuthor id="1682080845" name="高永基" initials="高" lastIdx="1" clrIdx="0"/>
  <p:cmAuthor id="1682303632" name="蒋博文" initials="蒋" lastIdx="2" clrIdx="0"/>
  <p:cmAuthor id="1682104554" name="孟月" initials="孟" lastIdx="1" clrIdx="0"/>
  <p:cmAuthor id="1682089390" name="吴正阔" initials="吴" lastIdx="5" clrIdx="0"/>
  <p:cmAuthor id="11395518" name="kuku1977126com" initials="k" lastIdx="1" clrIdx="0"/>
  <p:cmAuthor id="1672657518" name="彭鸿飞" initials="彭" lastIdx="2" clrIdx="3"/>
  <p:cmAuthor id="1672656914" name="马林阁" initials="马" lastIdx="1" clrIdx="1"/>
  <p:cmAuthor id="1672655122" name="肖俊" initials="肖" lastIdx="1" clrIdx="4"/>
  <p:cmAuthor id="1672655094" name="胡尔聪" initials="胡" lastIdx="1" clrIdx="0"/>
  <p:cmAuthor id="1682093248" name="汪媛媛" initials="汪" lastIdx="2" clrIdx="1"/>
  <p:cmAuthor id="1674852782" name="张家星" initials="张" lastIdx="1" clrIdx="2"/>
  <p:cmAuthor id="1675002930" name="莫达琳" initials="莫" lastIdx="1" clrIdx="4"/>
  <p:cmAuthor id="1674852815" name="陈凯" initials="陈" lastIdx="2" clrIdx="2"/>
  <p:cmAuthor id="1672655105" name="胡福龙" initials="胡" lastIdx="1" clrIdx="356"/>
  <p:cmAuthor id="465" name="潘艳" initials="u" lastIdx="0" clrIdx="464"/>
  <p:cmAuthor id="467" name="肖 士乐" initials="肖" lastIdx="0" clrIdx="466"/>
  <p:cmAuthor id="1672656194" name="王艳辉" initials="王" lastIdx="1" clrIdx="1"/>
  <p:cmAuthor id="1680225102" name="蔡灼金" initials="蔡" lastIdx="1" clrIdx="4"/>
  <p:cmAuthor id="1672657350" name="刘锁" initials="刘" lastIdx="1" clrIdx="5"/>
  <p:cmAuthor id="1672657103" name="李森" initials="李" lastIdx="1" clrIdx="4"/>
  <p:cmAuthor id="1686949849" name="梁员新" initials="梁" lastIdx="1" clrIdx="1"/>
  <p:cmAuthor id="1672657061" name="夏洁" initials="夏" lastIdx="3" clrIdx="1"/>
  <p:cmAuthor id="1672657530" name="汪子慧" initials="汪" lastIdx="1" clrIdx="1"/>
  <p:cmAuthor id="1672657288" name="杨尧" initials="杨" lastIdx="1" clrIdx="7"/>
  <p:cmAuthor id="1703930639" name="干润华" initials="干" lastIdx="1" clrIdx="2"/>
  <p:cmAuthor id="982215693" name="知了" initials="知" lastIdx="1" clrIdx="0"/>
  <p:cmAuthor id="1672657628" name="吕微" initials="吕" lastIdx="1" clrIdx="12"/>
  <p:cmAuthor id="1672655929" name="吕涛涛" initials="吕" lastIdx="1" clrIdx="2"/>
  <p:cmAuthor id="766729485" name="Musica Sun" initials="M" lastIdx="1" clrIdx="6"/>
  <p:cmAuthor id="475" name="钱玏轩" initials="钱" lastIdx="0" clrIdx="474"/>
  <p:cmAuthor id="200777938" name="许业" initials="许" lastIdx="1" clrIdx="27"/>
  <p:cmAuthor id="1682301467" name="张家龙" initials="张" lastIdx="1" clrIdx="0"/>
  <p:cmAuthor id="1676282730" name="潘秀芳" initials="潘" lastIdx="1" clrIdx="19"/>
  <p:cmAuthor id="428096992" name="le.万嵗 爺" initials="l" lastIdx="1" clrIdx="2"/>
  <p:cmAuthor id="1682096111" name="王彩璐" initials="王" lastIdx="1" clrIdx="462"/>
  <p:cmAuthor id="1676798125" name="黄美琳" initials="黄" lastIdx="1" clrIdx="462"/>
  <p:cmAuthor id="1682109974" name="蔡亮" initials="蔡" lastIdx="1" clrIdx="379"/>
  <p:cmAuthor id="1719542561" name="吕光龙" initials="吕" lastIdx="1" clrIdx="1"/>
  <p:cmAuthor id="1725696907" name="孙士杰" initials="孙" lastIdx="1" clrIdx="465"/>
  <p:cmAuthor id="1681615092" name="刘淑梅" initials="刘" lastIdx="1" clrIdx="1"/>
  <p:cmAuthor id="1716582501" name="黄峻" initials="黄" lastIdx="1" clrIdx="483"/>
  <p:cmAuthor id="1672656415" name="张梦璐" initials="张" lastIdx="1" clrIdx="7"/>
  <p:cmAuthor id="1674852810" name="甘锡峰" initials="甘" lastIdx="1" clrIdx="351"/>
  <p:cmAuthor id="1672858977" name="閤文婷" initials="閤" lastIdx="1" clrIdx="400"/>
  <p:cmAuthor id="1710632451" name="高大明" initials="高" lastIdx="1" clrIdx="1"/>
  <p:cmAuthor id="1696893392" name="吴选锋" initials="吴" lastIdx="2" clrIdx="0"/>
  <p:cmAuthor id="797" name="未知用户443" initials="未" lastIdx="1" clrIdx="0"/>
  <p:cmAuthor id="798" name="未知用户411" initials="未" lastIdx="3" clrIdx="1"/>
  <p:cmAuthor id="799" name="未知用户444" initials="未" lastIdx="6" clrIdx="0"/>
  <p:cmAuthor id="800" name="未知用户413" initials="未" lastIdx="1" clrIdx="1"/>
  <p:cmAuthor id="801" name="未知用户445" initials="未" lastIdx="1" clrIdx="0"/>
  <p:cmAuthor id="803" name="未知用户447" initials="未" lastIdx="1" clrIdx="0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3" name="李 芳怡" initials="李" lastIdx="2" clrIdx="722"/>
  <p:cmAuthor id="824" name="俊強 詹" initials="俊強" lastIdx="1" clrIdx="547"/>
  <p:cmAuthor id="830" name="Jack" initials="J" lastIdx="1" clrIdx="829"/>
  <p:cmAuthor id="856" name="未知用户259" initials="未" lastIdx="1" clrIdx="0"/>
  <p:cmAuthor id="864" name="未知用户270" initials="未" lastIdx="1" clrIdx="0"/>
  <p:cmAuthor id="868" name="俊呈 賴" initials="俊" lastIdx="1" clrIdx="87"/>
  <p:cmAuthor id="871" name="Nero" initials="N" lastIdx="2" clrIdx="0"/>
  <p:cmAuthor id="872" name="yifan song" initials="y" lastIdx="1" clrIdx="85"/>
  <p:cmAuthor id="875" name="v15194" initials="v" lastIdx="13" clrIdx="51"/>
  <p:cmAuthor id="878" name="未知的使用者97" initials="未" lastIdx="1" clrIdx="0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90" name="未知用户227" initials="未" lastIdx="1" clrIdx="0"/>
  <p:cmAuthor id="893" name="未知用户300" initials="未" lastIdx="8" clrIdx="0"/>
  <p:cmAuthor id="898" name="許詩婕" initials="許" lastIdx="1" clrIdx="1"/>
  <p:cmAuthor id="900" name="minil" initials="m" lastIdx="4" clrIdx="589"/>
  <p:cmAuthor id="901" name="15106" initials="1" lastIdx="4" clrIdx="0"/>
  <p:cmAuthor id="904" name="Zhu, Hawk" initials="Z" lastIdx="1" clrIdx="0"/>
  <p:cmAuthor id="905" name="tanjp" initials="t" lastIdx="0" clrIdx="491"/>
  <p:cmAuthor id="906" name="YS" initials="Y" lastIdx="1" clrIdx="86"/>
  <p:cmAuthor id="910" name="Jdi" initials="J" lastIdx="0" clrIdx="0"/>
  <p:cmAuthor id="911" name="未知用户337" initials="未" lastIdx="1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6" name="Rex" initials="R" lastIdx="0" clrIdx="0"/>
  <p:cmAuthor id="909843623" name="张超杰" initials="张" lastIdx="1" clrIdx="7"/>
  <p:cmAuthor id="1310167215" name="蒋伟" initials="蒋" lastIdx="2" clrIdx="350"/>
  <p:cmAuthor id="565" name="未知用户20" initials="未" lastIdx="1" clrIdx="0"/>
  <p:cmAuthor id="607" name="未知的使用者194" initials="未" lastIdx="1" clrIdx="0"/>
  <p:cmAuthor id="609" name="未知的使用者202" initials="未" lastIdx="0" clrIdx="1"/>
  <p:cmAuthor id="666" name="未知的使用者221" initials="未" lastIdx="1" clrIdx="0"/>
  <p:cmAuthor id="669" name="王鑫慧" initials="王" lastIdx="1" clrIdx="0"/>
  <p:cmAuthor id="677" name="Sharon" initials="S" lastIdx="1" clrIdx="2"/>
  <p:cmAuthor id="680" name="未知的使用者223" initials="未" lastIdx="1" clrIdx="1"/>
  <p:cmAuthor id="681" name="未知的使用者225" initials="未" lastIdx="1" clrIdx="0"/>
  <p:cmAuthor id="683" name="未知用户217" initials="未" lastIdx="1" clrIdx="0"/>
  <p:cmAuthor id="684" name="13683" initials="1" lastIdx="1" clrIdx="683"/>
  <p:cmAuthor id="687" name="yesg" initials="y" lastIdx="1" clrIdx="0"/>
  <p:cmAuthor id="688" name="annie.gts@outlook.com" initials="a" lastIdx="2" clrIdx="0"/>
  <p:cmAuthor id="689" name="frankyang" initials="f" lastIdx="1" clrIdx="136"/>
  <p:cmAuthor id="693" name="lxm" initials="l" lastIdx="1" clrIdx="413"/>
  <p:cmAuthor id="702" name="Tome" initials="T" lastIdx="1" clrIdx="85"/>
  <p:cmAuthor id="703" name="gusong ye" initials="g" lastIdx="1" clrIdx="1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俊晔 邱" initials="俊" lastIdx="1" clrIdx="87"/>
  <p:cmAuthor id="710" name="未知用户277" initials="未" lastIdx="1" clrIdx="1"/>
  <p:cmAuthor id="711" name="未知用户257" initials="未" lastIdx="1" clrIdx="0"/>
  <p:cmAuthor id="712" name="未知用户316" initials="未" lastIdx="1" clrIdx="0"/>
  <p:cmAuthor id="713" name="未知用户230" initials="未" lastIdx="1" clrIdx="0"/>
  <p:cmAuthor id="714" name="未知用户318" initials="未" lastIdx="0" clrIdx="1"/>
  <p:cmAuthor id="715" name="未知用户266" initials="未" lastIdx="1" clrIdx="1"/>
  <p:cmAuthor id="717" name="Ying Lou" initials="Y" lastIdx="1" clrIdx="187"/>
  <p:cmAuthor id="718" name="刘佳佳" initials="刘" lastIdx="1" clrIdx="333"/>
  <p:cmAuthor id="719" name="未知用户241" initials="未" lastIdx="0" clrIdx="1"/>
  <p:cmAuthor id="720" name="未知用户242" initials="未" lastIdx="3" clrIdx="0"/>
  <p:cmAuthor id="721" name="未知用户244" initials="未" lastIdx="1" clrIdx="0"/>
  <p:cmAuthor id="722" name="未知用户245" initials="未" lastIdx="10" clrIdx="0"/>
  <p:cmAuthor id="723" name="莊安君" initials="莊" lastIdx="1" clrIdx="65"/>
  <p:cmAuthor id="724" name="未知用户459" initials="未" lastIdx="1" clrIdx="84"/>
  <p:cmAuthor id="725" name="未知用户246" initials="未" lastIdx="1" clrIdx="0"/>
  <p:cmAuthor id="726" name="未知用户325" initials="未" lastIdx="1" clrIdx="1"/>
  <p:cmAuthor id="727" name="wxh" initials="w" lastIdx="5" clrIdx="0"/>
  <p:cmAuthor id="728" name="heweia@digiwin.com" initials="h" lastIdx="1" clrIdx="86"/>
  <p:cmAuthor id="729" name="MM" initials="M" lastIdx="2" clrIdx="87"/>
  <p:cmAuthor id="730" name="未知用户229" initials="未" lastIdx="1" clrIdx="0"/>
  <p:cmAuthor id="732" name="未知用户269" initials="未" lastIdx="2" clrIdx="0"/>
  <p:cmAuthor id="733" name="未知用户250" initials="未" lastIdx="0" clrIdx="0"/>
  <p:cmAuthor id="734" name="未知用户272" initials="未" lastIdx="10" clrIdx="0"/>
  <p:cmAuthor id="735" name="未知用户321" initials="未" lastIdx="1" clrIdx="0"/>
  <p:cmAuthor id="736" name="未知用户323" initials="未" lastIdx="1" clrIdx="0"/>
  <p:cmAuthor id="737" name="未知用户354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238" initials="未" lastIdx="10" clrIdx="0"/>
  <p:cmAuthor id="742" name="未知用户426" initials="未" lastIdx="1" clrIdx="0"/>
  <p:cmAuthor id="743" name="未知用户371" initials="未" lastIdx="1" clrIdx="1"/>
  <p:cmAuthor id="744" name="未知用户220" initials="未" lastIdx="1" clrIdx="0"/>
  <p:cmAuthor id="745" name="未知用户373" initials="未" lastIdx="8" clrIdx="0"/>
  <p:cmAuthor id="746" name="未知用户374" initials="未" lastIdx="2" clrIdx="0"/>
  <p:cmAuthor id="747" name="未知用户271" initials="未" lastIdx="1" clrIdx="0"/>
  <p:cmAuthor id="748" name="未知用户388" initials="未" lastIdx="1" clrIdx="0"/>
  <p:cmAuthor id="749" name="未知用户375" initials="未" lastIdx="8" clrIdx="0"/>
  <p:cmAuthor id="750" name="未知用户223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224" initials="未" lastIdx="5" clrIdx="0"/>
  <p:cmAuthor id="755" name="未知用户339" initials="未" lastIdx="1" clrIdx="0"/>
  <p:cmAuthor id="757" name="未知用户381" initials="未" lastIdx="1" clrIdx="0"/>
  <p:cmAuthor id="758" name="未知用户401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3" name="未知用户298" initials="未" lastIdx="1" clrIdx="0"/>
  <p:cmAuthor id="764" name="未知用户299" initials="未" lastIdx="1" clrIdx="0"/>
  <p:cmAuthor id="765" name="soling" initials="s" lastIdx="1" clrIdx="2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275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8" name="未知用户239" initials="未" lastIdx="6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399" initials="未" lastIdx="2" clrIdx="0"/>
  <p:cmAuthor id="783" name="未知用户446" initials="未" lastIdx="1" clrIdx="0"/>
  <p:cmAuthor id="784" name="未知用户390" initials="未" lastIdx="1" clrIdx="0"/>
  <p:cmAuthor id="785" name="未知用户392" initials="未" lastIdx="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276" initials="未" lastIdx="8" clrIdx="0"/>
  <p:cmAuthor id="791" name="黎辉鹏" initials="黎" lastIdx="1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1682105422" name="张元元" initials="张" lastIdx="1" clrIdx="23"/>
  <p:cmAuthor id="466" name="晋华" initials="P" lastIdx="0" clrIdx="465"/>
  <p:cmAuthor id="468" name="03463" initials="0" lastIdx="0" clrIdx="467"/>
  <p:cmAuthor id="469" name="04587" initials="0" lastIdx="0" clrIdx="468"/>
  <p:cmAuthor id="1680222479" name="王新维" initials="王" lastIdx="1" clrIdx="0"/>
  <p:cmAuthor id="1678678702" name="宣亚楠 Yanan Xuan（奇瑞品牌国内业务事业部）" initials="宣亚楠" lastIdx="1" clrIdx="4"/>
  <p:cmAuthor id="1694747095" name="夏得青" initials="夏" lastIdx="1" clrIdx="1"/>
  <p:cmAuthor id="1704818711" name="顾东升" initials="顾" lastIdx="1" clrIdx="452"/>
  <p:cmAuthor id="705994051" name="浅若夏沫゛" initials="浅" lastIdx="1" clrIdx="0"/>
  <p:cmAuthor id="1682085756" name="董志方" initials="董" lastIdx="1" clrIdx="2"/>
  <p:cmAuthor id="1683536861" name="杨玉艳" initials="杨" lastIdx="1" clrIdx="1"/>
  <p:cmAuthor id="1716455671" name="赵宇峰" initials="赵" lastIdx="1" clrIdx="2"/>
  <p:cmAuthor id="1713873391" name="王威" initials="王" lastIdx="1" clrIdx="1"/>
  <p:cmAuthor id="1730637150" name="范显萍" initials="范" lastIdx="1" clrIdx="0"/>
  <p:cmAuthor id="1696324544" name="唐好森" initials="唐" lastIdx="1" clrIdx="0"/>
  <p:cmAuthor id="1726657665" name="王超林" initials="王" lastIdx="1" clrIdx="384"/>
  <p:cmAuthor id="1682090189" name="樊子豪" initials="樊" lastIdx="1" clrIdx="0"/>
  <p:cmAuthor id="386" name="张维 Wei Zhang (新能源公司)" initials="张维" lastIdx="0" clrIdx="385"/>
  <p:cmAuthor id="408" name="朱悦龙" initials="朱" lastIdx="0" clrIdx="407"/>
  <p:cmAuthor id="459" name="administrator1" initials="a" lastIdx="0" clrIdx="458"/>
  <p:cmAuthor id="460" name="杜雪梅" initials="杜" lastIdx="0" clrIdx="459"/>
  <p:cmAuthor id="239119588" name="莎" initials="莎" lastIdx="1" clrIdx="2"/>
  <p:cmAuthor id="1697943343" name="易春晖" initials="易" lastIdx="1" clrIdx="382"/>
  <p:cmAuthor id="1634243519" name="张哲 Zhe Zhang （战略规划部）" initials="张哲" lastIdx="5" clrIdx="346"/>
  <p:cmAuthor id="272729695" name="Abigail" initials="A" lastIdx="1" clrIdx="345"/>
  <p:cmAuthor id="1204197352" name="WPS_1619700462" initials="W" lastIdx="1" clrIdx="282"/>
  <p:cmAuthor id="1728013406" name="吴俊怡" initials="吴" lastIdx="5" clrIdx="411"/>
  <p:cmAuthor id="1682083781" name="赵鹏飞" initials="赵" lastIdx="2" clrIdx="2"/>
  <p:cmAuthor id="1682079160" name="彭朝才" initials="彭" lastIdx="1" clrIdx="3"/>
  <p:cmAuthor id="1698292827" name="姚鸿宇" initials="姚" lastIdx="1" clrIdx="0"/>
  <p:cmAuthor id="1697925652" name="刘洋 Yang Liu （用户共创与产品管理中心）" initials="刘洋" lastIdx="1" clrIdx="378"/>
  <p:cmAuthor id="1672656239" name="朱佳" initials="朱" lastIdx="1" clrIdx="20"/>
  <p:cmAuthor id="1695945581" name="薛春文" initials="薛" lastIdx="1" clrIdx="18"/>
  <p:cmAuthor id="1682089699" name="蓝星" initials="蓝" lastIdx="1" clrIdx="664"/>
  <p:cmAuthor id="1672656851" name="马欣平" initials="马" lastIdx="3" clrIdx="0"/>
  <p:cmAuthor id="1683540075" name="孙云龙" initials="孙" lastIdx="1" clrIdx="430"/>
  <p:cmAuthor id="1686664475" name="黄超" initials="黄" lastIdx="12" clrIdx="0"/>
  <p:cmAuthor id="1682305615" name="杨灿灿" initials="杨" lastIdx="1" clrIdx="389"/>
  <p:cmAuthor id="1683541043" name="陈晓峰" initials="陈" lastIdx="1" clrIdx="441"/>
  <p:cmAuthor id="351" name="璇 安" initials="璇" lastIdx="9" clrIdx="85"/>
  <p:cmAuthor id="569" name="未知用户94" initials="未" lastIdx="1" clrIdx="0"/>
  <p:cmAuthor id="1719734682" name="王宗挥" initials="王" lastIdx="2" clrIdx="283"/>
  <p:cmAuthor id="1716390496" name="王传忠" initials="王" lastIdx="2" clrIdx="1"/>
  <p:cmAuthor id="1709819688" name="袁嘉成" initials="袁" lastIdx="1" clrIdx="0"/>
  <p:cmAuthor id="1725495948" name="国珠琳" initials="国" lastIdx="5" clrIdx="0"/>
  <p:cmAuthor id="536629638" name="hjp" initials="h" lastIdx="1" clrIdx="11"/>
  <p:cmAuthor id="459541826" name="李梦琪" initials="李" lastIdx="1" clrIdx="12"/>
  <p:cmAuthor id="1682096806" name="赵军" initials="赵" lastIdx="2" clrIdx="0"/>
  <p:cmAuthor id="1680217554" name="王栋" initials="王" lastIdx="1" clrIdx="13"/>
  <p:cmAuthor id="1681616770" name="韩广跃" initials="韩" lastIdx="1" clrIdx="0"/>
  <p:cmAuthor id="1705651763" name="李建锋" initials="李" lastIdx="2" clrIdx="0"/>
  <p:cmAuthor id="1709820157" name="赵维民" initials="赵" lastIdx="2" clrIdx="4"/>
  <p:cmAuthor id="178" name="志斌 杜" initials="志" lastIdx="5" clrIdx="103"/>
  <p:cmAuthor id="1681618030" name="杨俊" initials="杨" lastIdx="1" clrIdx="0"/>
  <p:cmAuthor id="1682081675" name="孙赢正" initials="孙" lastIdx="1" clrIdx="0"/>
  <p:cmAuthor id="1677979196" name="周存超" initials="周" lastIdx="1" clrIdx="369"/>
  <p:cmAuthor id="1683543022" name="毛振强" initials="毛" lastIdx="3" clrIdx="0"/>
  <p:cmAuthor id="1390984055" name="derek" initials="d" lastIdx="1" clrIdx="18"/>
  <p:cmAuthor id="198077473" name="Joe Lu" initials="J" lastIdx="1" clrIdx="10"/>
  <p:cmAuthor id="1690571156" name="阿茹娜" initials="阿" lastIdx="1" clrIdx="820"/>
  <p:cmAuthor id="1682081883" name="秦锐" initials="秦" lastIdx="1" clrIdx="2"/>
  <p:cmAuthor id="1682107361" name="邵允甫" initials="邵" lastIdx="1" clrIdx="36"/>
  <p:cmAuthor id="1708611611" name="龙际李" initials="龙" lastIdx="1" clrIdx="17"/>
  <p:cmAuthor id="1708611612" name="Przemysław Grochola" initials="PG" lastIdx="25" clrIdx="18"/>
  <p:cmAuthor id="1708611613" name="Marcin Kurzal" initials="MK" lastIdx="1" clrIdx="19"/>
  <p:cmAuthor id="1711322154" name="汪飞" initials="汪" lastIdx="7" clrIdx="0"/>
  <p:cmAuthor id="1708611614" name="Łukasz Maliczenko" initials="ŁM" lastIdx="3" clrIdx="20"/>
  <p:cmAuthor id="1708611615" name="Tomasz Życki" initials="TŻ" lastIdx="9" clrIdx="21"/>
  <p:cmAuthor id="1708611616" name="龙际李 Jili Long （国际业务事业部）" initials="龙际李" lastIdx="25" clrIdx="22"/>
  <p:cmAuthor id="329" name="mashan@cmhi.cmcc" initials="mashan@cmhi.cmcc" lastIdx="1" clrIdx="328"/>
  <p:cmAuthor id="347" name="taowei" initials="t" lastIdx="1" clrIdx="0"/>
  <p:cmAuthor id="349" name="Dizzy" initials="D" lastIdx="3" clrIdx="0"/>
  <p:cmAuthor id="359" name="王 金谦" initials="王" lastIdx="2" clrIdx="21"/>
  <p:cmAuthor id="287643686" name="YaoChunfen" initials="Y" lastIdx="1" clrIdx="39"/>
  <p:cmAuthor id="1682087103" name="夏丽" initials="夏" lastIdx="2" clrIdx="36"/>
  <p:cmAuthor id="287643687" name="cheng" initials="c" lastIdx="13" clrIdx="0"/>
  <p:cmAuthor id="287643688" name="方少_UbQfrimU" initials="authorId_442114952" lastIdx="0" clrIdx="0"/>
  <p:cmAuthor id="287643689" name="叶盛_Q3A3IfEf" initials="authorId_506280334" lastIdx="0" clrIdx="0"/>
  <p:cmAuthor id="287643690" name="Harley._bEJrUJ7r" initials="authorId_432156705" lastIdx="0" clrIdx="0"/>
  <p:cmAuthor id="287643691" name="罗平_VB7vJb2E" initials="authorId_305049361" lastIdx="0" clrIdx="0"/>
  <p:cmAuthor id="287643692" name="xixi_nUjqe22E" initials="authorId_359229261" lastIdx="0" clrIdx="0"/>
  <p:cmAuthor id="287643693" name="安安_zm6nYnYZ" initials="authorId_347340296" lastIdx="0" clrIdx="0"/>
  <p:cmAuthor id="287643696" name="周君_MfIffYra" initials="authorId_375419134" lastIdx="0" clrIdx="0"/>
  <p:cmAuthor id="378" name="fengyuan03" initials="f" lastIdx="11" clrIdx="1"/>
  <p:cmAuthor id="380" name="Melanie Smitt" initials="M" lastIdx="33" clrIdx="12"/>
  <p:cmAuthor id="1672657368" name="沈涛" initials="沈" lastIdx="1" clrIdx="366"/>
  <p:cmAuthor id="395074923" name="蒋能飞" initials="蒋" lastIdx="2" clrIdx="1"/>
  <p:cmAuthor id="476" name="未知用户124" initials="未" lastIdx="9" clrIdx="0"/>
  <p:cmAuthor id="477" name="未知用户125" initials="未" lastIdx="2" clrIdx="0"/>
  <p:cmAuthor id="1680220410" name="陈小丹" initials="陈" lastIdx="1" clrIdx="0"/>
  <p:cmAuthor id="1672656382" name="薛迪" initials="薛" lastIdx="2" clrIdx="0"/>
  <p:cmAuthor id="1721896525" name="袁睿臻" initials="袁" lastIdx="1" clrIdx="6"/>
  <p:cmAuthor id="541" name="Kent" initials="K" lastIdx="0" clrIdx="540"/>
  <p:cmAuthor id="556" name="Johnny Hsieh" initials="J" lastIdx="0" clrIdx="555"/>
  <p:cmAuthor id="1682096467" name="王霞" initials="王" lastIdx="1" clrIdx="0"/>
  <p:cmAuthor id="559" name="未知用户336" initials="未" lastIdx="1" clrIdx="0"/>
  <p:cmAuthor id="562" name="未知用户320" initials="未" lastIdx="3" clrIdx="0"/>
  <p:cmAuthor id="1683534280" name="胡静" initials="胡" lastIdx="1" clrIdx="0"/>
  <p:cmAuthor id="582" name="未知用户303" initials="未" lastIdx="1" clrIdx="0"/>
  <p:cmAuthor id="332093714" name="傑" initials="傑" lastIdx="1" clrIdx="7"/>
  <p:cmAuthor id="1676641810" name="陈添喜 Tianxi Chen （制造事业部）" initials="陈添喜" lastIdx="3" clrIdx="191251537"/>
  <p:cmAuthor id="1716868877" name="刘咏琪" initials="刘" lastIdx="7" clrIdx="0"/>
  <p:cmAuthor id="616" name="未知用户247" initials="未" lastIdx="7" clrIdx="0"/>
  <p:cmAuthor id="1688958492" name="尹明明" initials="尹" lastIdx="1" clrIdx="1"/>
  <p:cmAuthor id="672" name="未知用户405" initials="未" lastIdx="2" clrIdx="0"/>
  <p:cmAuthor id="678" name="未知用户387" initials="未" lastIdx="1" clrIdx="0"/>
  <p:cmAuthor id="686" name="未知用户394" initials="未" lastIdx="1" clrIdx="0"/>
  <p:cmAuthor id="691" name="未知用户407" initials="未" lastIdx="1" clrIdx="0"/>
  <p:cmAuthor id="692" name="未知用户398" initials="未" lastIdx="1" clrIdx="0"/>
  <p:cmAuthor id="694" name="未知用户400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701" name="未知用户419" initials="未" lastIdx="2" clrIdx="0"/>
  <p:cmAuthor id="441412215" name="tonghailan" initials="t" lastIdx="1126972" clrIdx="1"/>
  <p:cmAuthor id="1682094648" name="居万龙" initials="居" lastIdx="1" clrIdx="16"/>
  <p:cmAuthor id="802" name="未知用户357" initials="未" lastIdx="9" clrIdx="0"/>
  <p:cmAuthor id="825" name="未知用户468" initials="未" lastIdx="1" clrIdx="0"/>
  <p:cmAuthor id="826" name="未知用户469" initials="未" lastIdx="1" clrIdx="0"/>
  <p:cmAuthor id="828" name="未知用户470" initials="未" lastIdx="1" clrIdx="0"/>
  <p:cmAuthor id="829" name="未知用户471" initials="未" lastIdx="1" clrIdx="0"/>
  <p:cmAuthor id="831" name="未知用户473" initials="未" lastIdx="4" clrIdx="0"/>
  <p:cmAuthor id="834" name="未知用户474" initials="未" lastIdx="0" clrIdx="0"/>
  <p:cmAuthor id="1683903430" name="周栗" initials="周" lastIdx="1" clrIdx="3"/>
  <p:cmAuthor id="835" name="未知用户475" initials="未" lastIdx="0" clrIdx="0"/>
  <p:cmAuthor id="836" name="未知用户476" initials="未" lastIdx="1" clrIdx="0"/>
  <p:cmAuthor id="838" name="未知用户489" initials="未" lastIdx="1" clrIdx="0"/>
  <p:cmAuthor id="49837071" name="YY" initials="Y" lastIdx="1" clrIdx="176"/>
  <p:cmAuthor id="839" name="未知用户488" initials="未" lastIdx="10" clrIdx="0"/>
  <p:cmAuthor id="840" name="未知用户490" initials="未" lastIdx="1" clrIdx="0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3" name="未知用户464" initials="未" lastIdx="0" clrIdx="0"/>
  <p:cmAuthor id="854" name="未知用户487" initials="未" lastIdx="0" clrIdx="0"/>
  <p:cmAuthor id="861" name="seki" initials="s" lastIdx="1" clrIdx="0"/>
  <p:cmAuthor id="1705525627" name="孙喜桐" initials="孙" lastIdx="1" clrIdx="352"/>
  <p:cmAuthor id="1678381507" name="孙蕾" initials="孙" lastIdx="1" clrIdx="2"/>
  <p:cmAuthor id="1728918521" name="张俊" initials="张" lastIdx="1" clrIdx="6"/>
  <p:cmAuthor id="2540300" name="张小咖" initials="张" lastIdx="0" clrIdx="0"/>
  <p:cmAuthor id="2540301" name="User" initials="gx" lastIdx="2" clrIdx="107"/>
  <p:cmAuthor id="2540302" name="国 轩" initials="国" lastIdx="1" clrIdx="108"/>
  <p:cmAuthor id="392561477" name="戚银银" initials="戚" lastIdx="1" clrIdx="309"/>
  <p:cmAuthor id="1145184493" name="薛祖双" initials="薛" lastIdx="1" clrIdx="310"/>
  <p:cmAuthor id="539962587" name="韦人处事" initials="韦" lastIdx="1" clrIdx="469"/>
  <p:cmAuthor id="406426577" name="忘却了~星空" initials="忘" lastIdx="1" clrIdx="465"/>
  <p:cmAuthor id="414995248" name="钱朝浪" initials="钱" lastIdx="1" clrIdx="178"/>
  <p:cmAuthor id="251137335" name="素衣白纱，负了蒹葭" initials="素" lastIdx="3" clrIdx="309"/>
  <p:cmAuthor id="1124898029" name=" 超" initials=" " lastIdx="1" clrIdx="36"/>
  <p:cmAuthor id="281929607" name="Camel" initials="C" lastIdx="5" clrIdx="35"/>
  <p:cmAuthor id="557" name="Xia Ting" initials="X" lastIdx="1" clrIdx="0"/>
  <p:cmAuthor id="770969775" name="Flying" initials="F" lastIdx="1" clrIdx="45"/>
  <p:cmAuthor id="233206924" name="黄昆" initials="黄" lastIdx="1" clrIdx="34"/>
  <p:cmAuthor id="1421654281" name="WPS_1666249773" initials="W" lastIdx="1" clrIdx="473"/>
  <p:cmAuthor id="881568327" name="Luca" initials="L" lastIdx="1" clrIdx="41"/>
  <p:cmAuthor id="273270451" name="=～=" initials="=" lastIdx="1" clrIdx="3"/>
  <p:cmAuthor id="379353299" name="闲情逸致" initials="闲" lastIdx="1" clrIdx="5"/>
  <p:cmAuthor id="1248404145" name="张宏钰" initials="张" lastIdx="11" clrIdx="491"/>
  <p:cmAuthor id="512761987" name="aaronlee" initials="a" lastIdx="1" clrIdx="177"/>
  <p:cmAuthor id="355390315" name="WR" initials="W" lastIdx="1" clrIdx="175"/>
  <p:cmAuthor id="301043015" name="Yana" initials="Y" lastIdx="1" clrIdx="179"/>
  <p:cmAuthor id="227378492" name="于是乎" initials="于" lastIdx="1" clrIdx="470"/>
  <p:cmAuthor id="398318387" name="杨兆虎" initials="杨" lastIdx="1" clrIdx="464"/>
  <p:cmAuthor id="1217101947" name="余芳芳" initials="余" lastIdx="1" clrIdx="28"/>
  <p:cmAuthor id="704460129" name="啄木" initials="啄" lastIdx="1" clrIdx="27"/>
  <p:cmAuthor id="328005465" name="自恋男" initials="自" lastIdx="3" clrIdx="179"/>
  <p:cmAuthor id="911504657" name="刺" initials="刺" lastIdx="1" clrIdx="417"/>
  <p:cmAuthor id="1339289173" name="飘云" initials="飘" lastIdx="1" clrIdx="55"/>
  <p:cmAuthor id="618868690" name="刘敏" initials="刘" lastIdx="1" clrIdx="309"/>
  <p:cmAuthor id="333201006" name="韩云龙" initials="韩" lastIdx="1" clrIdx="1"/>
  <p:cmAuthor id="1505389427" name="WPS_1688086195" initials="W" lastIdx="1" clrIdx="31"/>
  <p:cmAuthor id="462558900" name="闷" initials="闷" lastIdx="1" clrIdx="42"/>
  <p:cmAuthor id="678581386" name="一遍过" initials="一" lastIdx="1" clrIdx="42"/>
  <p:cmAuthor id="415366137" name="Moz~Pink" initials="M" lastIdx="2" clrIdx="178"/>
  <p:cmAuthor id="1021681135" name="Lily～L" initials="L" lastIdx="1" clrIdx="413"/>
  <p:cmAuthor id="1311575386" name="WPS_1640860971" initials="W" lastIdx="1" clrIdx="43"/>
  <p:cmAuthor id="492796842" name="鑫鑫之火" initials="鑫" lastIdx="1" clrIdx="180"/>
  <p:cmAuthor id="262940700" name="王梦元" initials="王" lastIdx="1" clrIdx="465"/>
  <p:cmAuthor id="681403314" name="H＆S" initials="H" lastIdx="3" clrIdx="176"/>
  <p:cmAuthor id="279583517" name="小浩" initials="小" lastIdx="1" clrIdx="36"/>
  <p:cmAuthor id="452282173" name="夏课" initials="夏" lastIdx="2" clrIdx="222"/>
  <p:cmAuthor id="292349220" name="陈天赐" initials="陈" lastIdx="1" clrIdx="464"/>
  <p:cmAuthor id="376750151" name="缘回梦呓" initials="缘" lastIdx="1" clrIdx="180"/>
  <p:cmAuthor id="985707892" name="你的名字" initials="你" lastIdx="1" clrIdx="34"/>
  <p:cmAuthor id="341586346" name="WILL" initials="W" lastIdx="1" clrIdx="0"/>
  <p:cmAuthor id="574573126" name="一叶知秋" initials="一" lastIdx="1" clrIdx="496"/>
  <p:cmAuthor id="267221569" name="bug" initials="b" lastIdx="1" clrIdx="770"/>
  <p:cmAuthor id="579681843" name="lyj后凑" initials="l" lastIdx="1" clrIdx="0"/>
  <p:cmAuthor id="359888753" name="猴大兵" initials="猴" lastIdx="1" clrIdx="0"/>
  <p:cmAuthor id="638793413" name="心随勇动" initials="心" lastIdx="1" clrIdx="470"/>
  <p:cmAuthor id="471546843" name="浅唱" initials="浅" lastIdx="1" clrIdx="179"/>
  <p:cmAuthor id="1421654282" name="朱璐莹" initials="朱璐莹" lastIdx="1" clrIdx="496"/>
  <p:cmAuthor id="1329262104" name="熊辉" initials="熊" lastIdx="1" clrIdx="466"/>
  <p:cmAuthor id="559699561" name="胡钟鸣" initials="胡" lastIdx="1" clrIdx="10"/>
  <p:cmAuthor id="282076067" name="WPS_1495674459" initials="W" lastIdx="1" clrIdx="730"/>
  <p:cmAuthor id="349645167" name="SEABISCUIT" initials="S" lastIdx="2" clrIdx="465"/>
  <p:cmAuthor id="274062526" name="随心" initials="随" lastIdx="2" clrIdx="485"/>
  <p:cmAuthor id="28589826" name="Li祥祥" initials="L" lastIdx="1" clrIdx="41"/>
  <p:cmAuthor id="738726940" name="张小乐" initials="张" lastIdx="1" clrIdx="5"/>
  <p:cmAuthor id="407292965" name="crystal" initials="c" lastIdx="1" clrIdx="1"/>
  <p:cmAuthor id="211127408" name="dsk" initials="d" lastIdx="3" clrIdx="512"/>
  <p:cmAuthor id="264134627" name="邓华龙" initials="邓" lastIdx="1" clrIdx="415"/>
  <p:cmAuthor id="381654652" name="李涛" initials="李" lastIdx="2" clrIdx="28"/>
  <p:cmAuthor id="570443948" name="昊" initials="昊" lastIdx="7" clrIdx="36"/>
  <p:cmAuthor id="1601396514" name="WPS_1716359257" initials="W" lastIdx="1" clrIdx="41"/>
  <p:cmAuthor id="1144426990" name="爱你的我" initials="爱" lastIdx="1" clrIdx="8"/>
  <p:cmAuthor id="867397547" name="张小健" initials="张" lastIdx="1" clrIdx="738"/>
  <p:cmAuthor id="1008758146" name="朱国良" initials="朱" lastIdx="2" clrIdx="0"/>
  <p:cmAuthor id="440281886" name="CJ" initials="C" lastIdx="1" clrIdx="40"/>
  <p:cmAuthor id="440281887" name="王旭东" initials="王旭东" lastIdx="1" clrIdx="41"/>
  <p:cmAuthor id="189558521" name="北街末雨" initials="北" lastIdx="1" clrIdx="40"/>
  <p:cmAuthor id="478036132" name="ID222222" initials="I" lastIdx="1" clrIdx="40"/>
  <p:cmAuthor id="1603136603" name="WPS_1716710774" initials="W" lastIdx="2" clrIdx="1"/>
  <p:cmAuthor id="288067153" name="谷粱" initials="谷" lastIdx="1" clrIdx="2"/>
  <p:cmAuthor id="542" name="未知的使用者137" initials="未" lastIdx="1" clrIdx="0"/>
  <p:cmAuthor id="292505452" name="方先森" initials="方" lastIdx="2" clrIdx="720"/>
  <p:cmAuthor id="836221836" name="小罗" initials="小" lastIdx="1" clrIdx="172"/>
  <p:cmAuthor id="699861969" name="今天很糟糕" initials="今" lastIdx="1" clrIdx="179"/>
  <p:cmAuthor id="696097636" name="懒羊羊" initials="懒" lastIdx="1" clrIdx="174"/>
  <p:cmAuthor id="1044661994" name="马玲薯琼脂" initials="马" lastIdx="1" clrIdx="174"/>
  <p:cmAuthor id="458452355" name="蝈蝈" initials="蝈" lastIdx="1" clrIdx="713"/>
  <p:cmAuthor id="605132940" name="爱喝小米粥" initials="爱" lastIdx="3" clrIdx="43"/>
  <p:cmAuthor id="980238023" name="王子想起月亮" initials="王" lastIdx="4" clrIdx="42"/>
  <p:cmAuthor id="486660057" name="Nicoleจุ๊บ" initials="N" lastIdx="2" clrIdx="42"/>
  <p:cmAuthor id="608182022" name="ༀൢ预༒ൢ谋ༀ               ༽" initials="ༀ" lastIdx="3" clrIdx="38"/>
  <p:cmAuthor id="239763165" name="萌宝123" initials="萌" lastIdx="1" clrIdx="483"/>
  <p:cmAuthor id="1103002566" name="HHL" initials="H" lastIdx="1" clrIdx="33"/>
  <p:cmAuthor id="1626273352" name="WPS_1724647640" initials="W" lastIdx="1" clrIdx="44"/>
  <p:cmAuthor id="272963706" name="唐钰小宝" initials="唐" lastIdx="1" clrIdx="37"/>
  <p:cmAuthor id="689053691" name="We." initials="W" lastIdx="1" clrIdx="474"/>
  <p:cmAuthor id="267567600" name="带你看星星" initials="带" lastIdx="1" clrIdx="0"/>
  <p:cmAuthor id="488644028" name="韦辉" initials="韦" lastIdx="1" clrIdx="808"/>
  <p:cmAuthor id="242693378" name="袁超 Yuan Chao" initials="袁" lastIdx="1" clrIdx="731"/>
  <p:cmAuthor id="354430485" name="徐建建" initials="徐" lastIdx="1" clrIdx="27"/>
  <p:cmAuthor id="273366390" name="杨先生" initials="杨" lastIdx="1" clrIdx="309"/>
  <p:cmAuthor id="243220887" name="Jeremy" initials="J" lastIdx="1" clrIdx="309"/>
  <p:cmAuthor id="240618658" name="风云" initials="风" lastIdx="1" clrIdx="675"/>
  <p:cmAuthor id="393384107" name="李锐" initials="李" lastIdx="1" clrIdx="4"/>
  <p:cmAuthor id="1390543165" name="Muein" initials="M" lastIdx="1" clrIdx="0"/>
  <p:cmAuthor id="380474833" name="明天的明天是永远" initials="明" lastIdx="1" clrIdx="33"/>
  <p:cmAuthor id="328317629" name="金先生" initials="金" lastIdx="1" clrIdx="38"/>
  <p:cmAuthor id="286000327" name="路遥" initials="路" lastIdx="3" clrIdx="409"/>
  <p:cmAuthor id="254914183" name="桃木" initials="桃" lastIdx="1" clrIdx="176"/>
  <p:cmAuthor id="363211168" name="蕊" initials="蕊" lastIdx="1" clrIdx="482"/>
  <p:cmAuthor id="1661124252" name="3h1" initials="3" lastIdx="1" clrIdx="27"/>
  <p:cmAuthor id="199394986" name="纵横天下" initials="纵" lastIdx="1" clrIdx="32"/>
  <p:cmAuthor id="524313772" name="duozi" initials="d" lastIdx="1" clrIdx="32"/>
  <p:cmAuthor id="255215380" name="独自一人流浪" initials="独" lastIdx="2" clrIdx="183"/>
  <p:cmAuthor id="170611882" name="siwusuiyu" initials="s" lastIdx="1" clrIdx="502"/>
  <p:cmAuthor id="629802590" name="如初〃" initials="如" lastIdx="4" clrIdx="480"/>
  <p:cmAuthor id="823109614" name="YPH。" initials="Y" lastIdx="1" clrIdx="0"/>
  <p:cmAuthor id="810177104" name="半世疯癫～半世清闲" initials="半" lastIdx="2" clrIdx="13"/>
  <p:cmAuthor id="1647862668" name="南渡北归" initials="南" lastIdx="1" clrIdx="470"/>
  <p:cmAuthor id="1140587564" name="杨慧" initials="杨" lastIdx="1" clrIdx="41"/>
  <p:cmAuthor id="425568564" name="郭可伟" initials="郭" lastIdx="1" clrIdx="505"/>
  <p:cmAuthor id="361628003" name="纯洁善良可爱曾" initials="纯" lastIdx="1" clrIdx="718"/>
  <p:cmAuthor id="1383201820" name="WPS_1657180955" initials="W" lastIdx="1" clrIdx="5"/>
  <p:cmAuthor id="285303105" name="课时作业" initials="课" lastIdx="1" clrIdx="747"/>
  <p:cmAuthor id="368207468" name="萍子.Lee" initials="萍" lastIdx="1" clrIdx="748"/>
  <p:cmAuthor id="349461811" name="楠木" initials="楠" lastIdx="2" clrIdx="0"/>
  <p:cmAuthor id="1057228282" name="L" initials="L" lastIdx="2" clrIdx="464"/>
  <p:cmAuthor id="1198534964" name="WPS_1618053323" initials="W" lastIdx="1" clrIdx="465"/>
  <p:cmAuthor id="483800569" name="虎" initials="虎" lastIdx="1" clrIdx="786"/>
  <p:cmAuthor id="457883565" name="꧁α-环痒化合物꧂" initials="꧁" lastIdx="1" clrIdx="463"/>
  <p:cmAuthor id="240833998" name="王岩" initials="王" lastIdx="3" clrIdx="48"/>
  <p:cmAuthor id="385359050" name="我心19" initials="我" lastIdx="1" clrIdx="176"/>
  <p:cmAuthor id="981492156" name="周阳" initials="周" lastIdx="1" clrIdx="28"/>
  <p:cmAuthor id="340732140" name="小呀么小二郎" initials="小" lastIdx="1" clrIdx="503"/>
  <p:cmAuthor id="350431024" name="男儿当自强" initials="男" lastIdx="1" clrIdx="0"/>
  <p:cmAuthor id="846372602" name="宣健" initials="宣" lastIdx="1" clrIdx="500"/>
  <p:cmAuthor id="767291767" name="紫藤花开" initials="紫" lastIdx="1" clrIdx="474"/>
  <p:cmAuthor id="443740324" name="陈田妹" initials="陈" lastIdx="1" clrIdx="45"/>
  <p:cmAuthor id="1514756341" name="妖精可可" initials="妖" lastIdx="1" clrIdx="422"/>
  <p:cmAuthor id="523095522" name="胡婉琼" initials="胡" lastIdx="1" clrIdx="36"/>
  <p:cmAuthor id="1618904962" name="." initials="." lastIdx="2" clrIdx="482"/>
  <p:cmAuthor id="565538421" name="忆" initials="忆" lastIdx="1" clrIdx="312"/>
  <p:cmAuthor id="1595353223" name="企业用户_572737106" initials="企" lastIdx="1" clrIdx="310"/>
  <p:cmAuthor id="402500077" name="Shero" initials="S" lastIdx="1" clrIdx="311"/>
  <p:cmAuthor id="403819816" name="冯德辉" initials="冯" lastIdx="1" clrIdx="178"/>
  <p:cmAuthor id="454750613" name="亲斤" initials="亲" lastIdx="1" clrIdx="33"/>
  <p:cmAuthor id="780474196" name="WPS_1580543226" initials="W" lastIdx="1" clrIdx="419"/>
  <p:cmAuthor id="1366802056" name="WPS_1650621383" initials="W" lastIdx="10" clrIdx="313"/>
  <p:cmAuthor id="1429299604" name="WPS_1666088459" initials="W" lastIdx="1" clrIdx="490"/>
  <p:cmAuthor id="255095316" name="芹菜" initials="芹" lastIdx="1" clrIdx="496"/>
  <p:cmAuthor id="1150127925" name="zeng" initials="z" lastIdx="1" clrIdx="494"/>
  <p:cmAuthor id="1429299605" name="YURiNO Gu" initials="YG" lastIdx="1" clrIdx="497"/>
  <p:cmAuthor id="348966448" name="伐开鑫" initials="伐" lastIdx="1" clrIdx="28"/>
  <p:cmAuthor id="348966449" name="庞江丰" initials="庞江丰" lastIdx="1" clrIdx="33"/>
  <p:cmAuthor id="327350075" name="追忆逝水年华" initials="追" lastIdx="1" clrIdx="179"/>
  <p:cmAuthor id="838468248" name="小刘" initials="小" lastIdx="1" clrIdx="697"/>
  <p:cmAuthor id="448061479" name="齐永成" initials="齐" lastIdx="1" clrIdx="502"/>
  <p:cmAuthor id="450341642" name="韦爵爷" initials="韦" lastIdx="1" clrIdx="0"/>
  <p:cmAuthor id="381058455" name="Mr-范er" initials="M" lastIdx="1" clrIdx="5"/>
  <p:cmAuthor id="305361237" name="曾潇" initials="曾" lastIdx="1" clrIdx="172"/>
  <p:cmAuthor id="1317033732" name="渴僖倏恃抖" initials="渴" lastIdx="2" clrIdx="1"/>
  <p:cmAuthor id="977121834" name="Candace" initials="C" lastIdx="7" clrIdx="47"/>
  <p:cmAuthor id="1277721328" name="Jenny" initials="J" lastIdx="1" clrIdx="35"/>
  <p:cmAuthor id="206388796" name="♚ 有些人，不如不见" initials="♚" lastIdx="1" clrIdx="491"/>
  <p:cmAuthor id="702953337" name="陈良超" initials="陈" lastIdx="5" clrIdx="471"/>
  <p:cmAuthor id="224564901" name="刘恒" initials="刘" lastIdx="1" clrIdx="750"/>
  <p:cmAuthor id="202163289" name="仿佛能聆听到" initials="仿" lastIdx="2" clrIdx="28"/>
  <p:cmAuthor id="1509164013" name="WPS_1687138408" initials="W" lastIdx="1" clrIdx="526"/>
  <p:cmAuthor id="1445876335" name="周香玲" initials="周" lastIdx="1" clrIdx="781"/>
  <p:cmAuthor id="253598646" name="洛秋" initials="洛" lastIdx="2" clrIdx="782"/>
  <p:cmAuthor id="723824291" name="，皮？" initials="，" lastIdx="3" clrIdx="505"/>
  <p:cmAuthor id="595576824" name="无言弦断指亦伤" initials="无" lastIdx="1" clrIdx="421"/>
  <p:cmAuthor id="241272487" name="d" initials="d" lastIdx="1" clrIdx="482"/>
  <p:cmAuthor id="9745739" name="道" initials="道" lastIdx="1" clrIdx="468"/>
  <p:cmAuthor id="464555736" name="涛" initials="涛" lastIdx="1" clrIdx="771"/>
  <p:cmAuthor id="322905432" name="Lost Ant" initials="L" lastIdx="1" clrIdx="38"/>
  <p:cmAuthor id="208104839" name="石永" initials="石" lastIdx="1" clrIdx="482"/>
  <p:cmAuthor id="339940245" name="碧贤" initials="碧" lastIdx="1" clrIdx="484"/>
  <p:cmAuthor id="1232875514" name="Young" initials="Y" lastIdx="1" clrIdx="481"/>
  <p:cmAuthor id="398066800" name="DZH" initials="D" lastIdx="1" clrIdx="759"/>
  <p:cmAuthor id="666451227" name="王双龙 Will" initials="王" lastIdx="1" clrIdx="489"/>
  <p:cmAuthor id="1618927489" name="ChuMin" initials="C" lastIdx="1" clrIdx="476"/>
  <p:cmAuthor id="24392912" name="XP" initials="X" lastIdx="1" clrIdx="496"/>
  <p:cmAuthor id="235777388" name="会灰的胖胖鱼" initials="会" lastIdx="2" clrIdx="500"/>
  <p:cmAuthor id="1103796562" name="Algernon" initials="A" lastIdx="1" clrIdx="2"/>
  <p:cmAuthor id="1684558860" name="WPS_1741154563" initials="W" lastIdx="2" clrIdx="180"/>
  <p:cmAuthor id="1312310525" name="WPS_1641190643" initials="W" lastIdx="2" clrIdx="37"/>
  <p:cmAuthor id="897307874" name="无相" initials="无" lastIdx="2" clrIdx="178"/>
  <p:cmAuthor id="305362240" name="床尾鹿" initials="床" lastIdx="1" clrIdx="181"/>
  <p:cmAuthor id="1680216691" name="李亚兰" initials="李" lastIdx="1" clrIdx="3"/>
  <p:cmAuthor id="1680226307" name="李松军" initials="李" lastIdx="1" clrIdx="0"/>
  <p:cmAuthor id="1680226308" name="李明星 Li Mingxing" initials="刘琳琳" lastIdx="1" clrIdx="371"/>
  <p:cmAuthor id="1682089548" name="章文萍" initials="章" lastIdx="1" clrIdx="377"/>
  <p:cmAuthor id="1682080007" name="王梅" initials="王" lastIdx="1" clrIdx="0"/>
  <p:cmAuthor id="1682107626" name="冯成晨" initials="冯" lastIdx="1" clrIdx="706"/>
  <p:cmAuthor id="1683901134" name="谢晨晨" initials="谢" lastIdx="1" clrIdx="16"/>
  <p:cmAuthor id="1719529320" name="宋晓青" initials="宋" lastIdx="1" clrIdx="2"/>
  <p:cmAuthor id="1123670550" name="栀南" initials="栀" lastIdx="1" clrIdx="0"/>
  <p:cmAuthor id="1682091426" name="王志文" initials="王" lastIdx="1" clrIdx="0"/>
  <p:cmAuthor id="1657272242" name="Zhang,Siyu (YFS,Zhang Siyu,Wuhu,CN)" initials="Z" lastIdx="1" clrIdx="0"/>
  <p:cmAuthor id="433900250" name="Elaine" initials="E" lastIdx="1" clrIdx="0"/>
  <p:cmAuthor id="433900251" name="01 01" initials="00" lastIdx="1" clrIdx="136"/>
  <p:cmAuthor id="862" name="Kate Rijnen" initials="K" lastIdx="0" clrIdx="861"/>
  <p:cmAuthor id="876" name="8237403199" initials="8" lastIdx="0" clrIdx="875"/>
  <p:cmAuthor id="889" name="张钰" initials="张" lastIdx="0" clrIdx="888"/>
  <p:cmAuthor id="895" name="王心璐" initials="王" lastIdx="0" clrIdx="894"/>
  <p:cmAuthor id="896" name="李春杰" initials="李春杰" lastIdx="0" clrIdx="895"/>
  <p:cmAuthor id="907" name="晶 王" initials="晶王" lastIdx="0" clrIdx="906"/>
  <p:cmAuthor id="908" name="隔壁老张" initials="隔" lastIdx="0" clrIdx="907"/>
  <p:cmAuthor id="909" name="gongjt" initials="g" lastIdx="0" clrIdx="908"/>
  <p:cmAuthor id="912" name="刘莎_Rnie2Mv6" initials="authorId_1390812686" lastIdx="0" clrIdx="911"/>
  <p:cmAuthor id="925" name="冷暖自知" initials="冷" lastIdx="0" clrIdx="924"/>
  <p:cmAuthor id="927" name="刘国飞" initials="刘" lastIdx="0" clrIdx="926"/>
  <p:cmAuthor id="928" name="changding2" initials="c" lastIdx="0" clrIdx="927"/>
  <p:cmAuthor id="929" name="魏建伟" initials="魏" lastIdx="0" clrIdx="928"/>
  <p:cmAuthor id="930" name="谷子" initials="谷" lastIdx="0" clrIdx="929"/>
  <p:cmAuthor id="931" name="hywang70" initials="h" lastIdx="0" clrIdx="930"/>
  <p:cmAuthor id="932" name="文文" initials="文" lastIdx="0" clrIdx="931"/>
  <p:cmAuthor id="934" name="WPS_1474700236" initials="W" lastIdx="0" clrIdx="933"/>
  <p:cmAuthor id="935" name="班主任" initials="班" lastIdx="0" clrIdx="934"/>
  <p:cmAuthor id="936" name="阿星" initials="阿" lastIdx="0" clrIdx="935"/>
  <p:cmAuthor id="937" name="katiaò" initials="k" lastIdx="0" clrIdx="936"/>
  <p:cmAuthor id="938" name="xrm." initials="x" lastIdx="0" clrIdx="937"/>
  <p:cmAuthor id="939" name="dingtao (F)" initials="d(" lastIdx="0" clrIdx="938"/>
  <p:cmAuthor id="940" name="상" initials="상" lastIdx="0" clrIdx="939"/>
  <p:cmAuthor id="941" name="鲁文 Wen Lu (营销公司 Marketing)" initials="鲁文" lastIdx="0" clrIdx="940"/>
  <p:cmAuthor id="942" name="Z candice" initials="Zc" lastIdx="0" clrIdx="941"/>
  <p:cmAuthor id="1722112148" name="郭旭" initials="郭" lastIdx="1" clrIdx="1"/>
  <p:cmAuthor id="1680220439" name="曹磊" initials="曹" lastIdx="1" clrIdx="4"/>
  <p:cmAuthor id="1696032560" name="李双双" initials="李" lastIdx="1" clrIdx="2"/>
  <p:cmAuthor id="1683903176" name="舒思莹" initials="舒" lastIdx="1" clrIdx="0"/>
  <p:cmAuthor id="358926263" name="Administrator" initials="A" lastIdx="1" clrIdx="1"/>
  <p:cmAuthor id="1681624539" name="王巧" initials="王" lastIdx="2" clrIdx="63"/>
  <p:cmAuthor id="1681617708" name="李腾飞" initials="李" lastIdx="1" clrIdx="0"/>
  <p:cmAuthor id="1680489498" name="张相臣" initials="张" lastIdx="3" clrIdx="0"/>
  <p:cmAuthor id="394" name="Vicky" initials="V" lastIdx="1" clrIdx="3"/>
  <p:cmAuthor id="417" name="Unknown User111" initials="U" lastIdx="1" clrIdx="0"/>
  <p:cmAuthor id="600" name="未知的使用者136" initials="未" lastIdx="1" clrIdx="0"/>
  <p:cmAuthor id="602" name="未知的使用者138" initials="未" lastIdx="10" clrIdx="0"/>
  <p:cmAuthor id="606" name="未知的使用者200" initials="未" lastIdx="1" clrIdx="0"/>
  <p:cmAuthor id="610" name="未知的使用者171" initials="未" lastIdx="3" clrIdx="1"/>
  <p:cmAuthor id="675" name="書緯 洪" initials="書緯" lastIdx="1" clrIdx="188"/>
  <p:cmAuthor id="682" name="未知用户332" initials="未" lastIdx="1" clrIdx="0"/>
  <p:cmAuthor id="731" name="未知用户461" initials="未" lastIdx="10" clrIdx="0"/>
  <p:cmAuthor id="756" name="未知用户380" initials="未" lastIdx="10" clrIdx="0"/>
  <p:cmAuthor id="762" name="未知用户385" initials="未" lastIdx="2" clrIdx="0"/>
  <p:cmAuthor id="777" name="未知用户356" initials="未" lastIdx="1" clrIdx="2"/>
  <p:cmAuthor id="822" name="steven.jiang" initials="s" lastIdx="1" clrIdx="512"/>
  <p:cmAuthor id="888" name="Unknown User26" initials="U" lastIdx="0" clrIdx="887"/>
  <p:cmAuthor id="1681619858" name="张秀铎" initials="张" lastIdx="1" clrIdx="1"/>
  <p:cmAuthor id="1066" name="206plus" initials="2" lastIdx="0" clrIdx="1065"/>
  <p:cmAuthor id="1067" name="yangyanxia" initials="y" lastIdx="0" clrIdx="1066"/>
  <p:cmAuthor id="1068" name="baoquan" initials="b" lastIdx="0" clrIdx="1067"/>
  <p:cmAuthor id="1069" name="刘春辉" initials="刘" lastIdx="0" clrIdx="1068"/>
  <p:cmAuthor id="1070" name="gang zhao" initials="g" lastIdx="0" clrIdx="1069"/>
  <p:cmAuthor id="1071" name="赵兰玉" initials="赵" lastIdx="0" clrIdx="1070"/>
  <p:cmAuthor id="1072" name="杜娇龙" initials="杜" lastIdx="0" clrIdx="1071"/>
  <p:cmAuthor id="1074" name="吴军" initials="吴" lastIdx="0" clrIdx="1073"/>
  <p:cmAuthor id="1075" name="Author" initials="A" lastIdx="0" clrIdx="1074"/>
  <p:cmAuthor id="1076" name="w" initials="w" lastIdx="0" clrIdx="1075"/>
  <p:cmAuthor id="1077" name="于香香(YUXIANGXIANG)-1" initials="于" lastIdx="0" clrIdx="1076"/>
  <p:cmAuthor id="1078" name="王方龙" initials="王" lastIdx="0" clrIdx="1077"/>
  <p:cmAuthor id="1079" name="孙雪佳" initials="孙" lastIdx="0" clrIdx="1078"/>
  <p:cmAuthor id="1080" name="SEELE" initials="S" lastIdx="0" clrIdx="1079"/>
  <p:cmAuthor id="1084" name="Lzy" initials="L" lastIdx="0" clrIdx="1083"/>
  <p:cmAuthor id="1086" name="rikki" initials="r" lastIdx="0" clrIdx="1085"/>
  <p:cmAuthor id="1088" name="李百秋" initials="李" lastIdx="0" clrIdx="1087"/>
  <p:cmAuthor id="1089" name="杨静" initials="杨" lastIdx="0" clrIdx="1088"/>
  <p:cmAuthor id="1090" name="Zhou, Judy" initials="Z" lastIdx="0" clrIdx="1089"/>
  <p:cmAuthor id="1091" name="范作霖" initials="范" lastIdx="0" clrIdx="1090"/>
  <p:cmAuthor id="1092" name="张立鑫" initials="张" lastIdx="0" clrIdx="1091"/>
  <p:cmAuthor id="1093" name="包珊珊" initials="包" lastIdx="0" clrIdx="1092"/>
  <p:cmAuthor id="1094" name="YuQing" initials="Y" lastIdx="0" clrIdx="1093"/>
  <p:cmAuthor id="1095" name="Youwen Sun" initials="Y" lastIdx="0" clrIdx="1094"/>
  <p:cmAuthor id="1096" name="周满红" initials="周" lastIdx="0" clrIdx="1095"/>
  <p:cmAuthor id="1101" name="郝崇" initials="郝" lastIdx="0" clrIdx="1100"/>
  <p:cmAuthor id="1103" name="陶川" initials="陶" lastIdx="0" clrIdx="1102"/>
  <p:cmAuthor id="1104" name="张杰" initials="张" lastIdx="0" clrIdx="1103"/>
  <p:cmAuthor id="1105" name="杨艳霞" initials="杨" lastIdx="0" clrIdx="1104"/>
  <p:cmAuthor id="1106" name="user" initials="u" lastIdx="0" clrIdx="1105"/>
  <p:cmAuthor id="1107" name="王雅婧" initials="authorId_459570611" lastIdx="0" clrIdx="1106"/>
  <p:cmAuthor id="1109" name="952" initials="9" lastIdx="0" clrIdx="1108"/>
  <p:cmAuthor id="1110" name="修改人编号：YG-208532,姓名：崔晓敏" initials="P" lastIdx="0" clrIdx="1109"/>
  <p:cmAuthor id="1111" name="程亚东 Yadong Cheng （营销公司）" initials="程亚东" lastIdx="0" clrIdx="1110"/>
  <p:cmAuthor id="1112" name="115939" initials="1" lastIdx="0" clrIdx="1111"/>
  <p:cmAuthor id="1114" name="未知用户27" initials="未" lastIdx="0" clrIdx="1113"/>
  <p:cmAuthor id="1115" name="未知用户28" initials="未" lastIdx="0" clrIdx="1114"/>
  <p:cmAuthor id="1121" name="贡鑫" initials="贡" lastIdx="0" clrIdx="1120"/>
  <p:cmAuthor id="1124" name="马静" initials="马" lastIdx="0" clrIdx="1123"/>
  <p:cmAuthor id="1125" name="liying" initials="l" lastIdx="0" clrIdx="1124"/>
  <p:cmAuthor id="1126" name="张钦" initials="张" lastIdx="0" clrIdx="1125"/>
  <p:cmAuthor id="1127" name="nine" initials="n" lastIdx="0" clrIdx="1126"/>
  <p:cmAuthor id="1128" name="涛娜" initials="涛" lastIdx="0" clrIdx="1127"/>
  <p:cmAuthor id="1129" name="桓蕾" initials="桓" lastIdx="0" clrIdx="1128"/>
  <p:cmAuthor id="1130" name="鲍华明" initials="鲍" lastIdx="0" clrIdx="1129"/>
  <p:cmAuthor id="1131" name="刘珊珊" initials="刘" lastIdx="0" clrIdx="1130"/>
  <p:cmAuthor id="1132" name="訾航 Hang Zi （营销公司）" initials="訾航" lastIdx="0" clrIdx="1131"/>
  <p:cmAuthor id="1133" name="jb7004467" initials="j" lastIdx="0" clrIdx="1132"/>
  <p:cmAuthor id="1134" name="吴越 Yue Wu （营销公司）" initials="吴越" lastIdx="0" clrIdx="1133"/>
  <p:cmAuthor id="1358309861" name="呵呵先生" initials="呵" lastIdx="1" clrIdx="0"/>
  <p:cmAuthor id="1682085911" name="郑静怡" initials="郑" lastIdx="1" clrIdx="374"/>
  <p:cmAuthor id="313865456" name="Gusto" initials="G" lastIdx="1" clrIdx="832"/>
  <p:cmAuthor id="546314645" name="崔安颀" initials="崔" lastIdx="0" clrIdx="0"/>
  <p:cmAuthor id="546314646" name="hetao" initials="h" lastIdx="1" clrIdx="1"/>
  <p:cmAuthor id="546314647" name="631491850@qq.com" initials="6" lastIdx="2" clrIdx="9"/>
  <p:cmAuthor id="546314648" name="sw" initials="s" lastIdx="16" clrIdx="10"/>
  <p:cmAuthor id="1682079937" name="谈凯" initials="谈" lastIdx="3" clrIdx="434"/>
  <p:cmAuthor id="1711469942" name="孙逸豪" initials="孙" lastIdx="1" clrIdx="0"/>
  <p:cmAuthor id="394525614" name="董耘_um22zMFb" initials="authorId_1461203234" lastIdx="0" clrIdx="0"/>
  <p:cmAuthor id="394525615" name="廖一明" initials="廖一明" lastIdx="1" clrIdx="236"/>
  <p:cmAuthor id="481689868" name="卢春尉" initials="卢" lastIdx="0" clrIdx="0"/>
  <p:cmAuthor id="1682096394" name="丁超" initials="丁" lastIdx="1" clrIdx="375"/>
  <p:cmAuthor id="539" name="chen.shuang7" initials="c" lastIdx="0" clrIdx="538"/>
  <p:cmAuthor id="540" name="yang.jun56" initials="y" lastIdx="0" clrIdx="539"/>
  <p:cmAuthor id="543" name=" " initials=" " lastIdx="0" clrIdx="542"/>
  <p:cmAuthor id="708433799" name="TianLei" initials="T" lastIdx="1" clrIdx="10"/>
  <p:cmAuthor id="544" name="嘉穗 唐" initials="嘉唐" lastIdx="0" clrIdx="543"/>
  <p:cmAuthor id="549" name="Aimee" initials="A" lastIdx="0" clrIdx="548"/>
  <p:cmAuthor id="550" name="戴帽子去飞翔" initials="戴帽子去飞翔" lastIdx="0" clrIdx="549"/>
  <p:cmAuthor id="552" name="吕喜龙" initials="吕" lastIdx="0" clrIdx="551"/>
  <p:cmAuthor id="555" name="张静" initials="张" lastIdx="0" clrIdx="554"/>
  <p:cmAuthor id="558" name="未知用户180" initials="未" lastIdx="8" clrIdx="0"/>
  <p:cmAuthor id="560" name="未知用户30" initials="未" lastIdx="0" clrIdx="559"/>
  <p:cmAuthor id="1683541422" name="张少骏" initials="张" lastIdx="1" clrIdx="377"/>
  <p:cmAuthor id="1700479352" name="赵虎" initials="赵" lastIdx="1" clrIdx="2"/>
  <p:cmAuthor id="716" name="chen hui" initials="c" lastIdx="1" clrIdx="87"/>
  <p:cmAuthor id="263441768" name="蒋芳" initials="蒋" lastIdx="1" clrIdx="789"/>
  <p:cmAuthor id="1711978866" name="胡齐齐" initials="胡" lastIdx="1" clrIdx="384"/>
  <p:cmAuthor id="540056527" name="阿修罗" initials="阿" lastIdx="1" clrIdx="724"/>
  <p:cmAuthor id="519436053" name="A云信众合李新15283314211" initials="A" lastIdx="1" clrIdx="48"/>
  <p:cmAuthor id="691587977" name="gh666 S" initials="gS" lastIdx="1" clrIdx="759"/>
  <p:cmAuthor id="691587978" name="田宇恒" initials="田" lastIdx="1" clrIdx="691587977"/>
  <p:cmAuthor id="691587979" name="Mars" initials="M" lastIdx="8" clrIdx="691587978"/>
  <p:cmAuthor id="257877136" name="烬飞默途" initials="烬" lastIdx="1" clrIdx="809"/>
  <p:cmAuthor id="273567702" name="孙雨琛" initials="孙" lastIdx="1" clrIdx="792"/>
  <p:cmAuthor id="1711978939" name="宗磊" initials="宗" lastIdx="2" clrIdx="0"/>
  <p:cmAuthor id="863" name="Mark McGregor (HI)" initials="M" lastIdx="0" clrIdx="862"/>
  <p:cmAuthor id="867" name="?定义" initials="?" lastIdx="0" clrIdx="866"/>
  <p:cmAuthor id="869" name="David Morgan (HI)" initials="D" lastIdx="0" clrIdx="868"/>
  <p:cmAuthor id="146566726" name="高飞" initials="高" lastIdx="0" clrIdx="0"/>
  <p:cmAuthor id="47245822" name="黄 晓贤" initials="黄" lastIdx="2" clrIdx="32"/>
  <p:cmAuthor id="47245824" name="goforever814" initials="g" lastIdx="1" clrIdx="34"/>
  <p:cmAuthor id="955" name="mac" initials="m" lastIdx="0" clrIdx="954"/>
  <p:cmAuthor id="956" name="Moody Adam" initials="MA" lastIdx="0" clrIdx="955"/>
  <p:cmAuthor id="958" name="海鹏" initials="海鹏" lastIdx="0" clrIdx="957"/>
  <p:cmAuthor id="1683537733" name="罗逸飞" initials="罗" lastIdx="1" clrIdx="0"/>
  <p:cmAuthor id="960" name="xiaoxiao" initials="x" lastIdx="0" clrIdx="959"/>
  <p:cmAuthor id="961" name="wangxun" initials="w" lastIdx="0" clrIdx="960"/>
  <p:cmAuthor id="962" name="惠 志行" initials="惠" lastIdx="0" clrIdx="961"/>
  <p:cmAuthor id="963" name="王 晓鹏" initials="王" lastIdx="0" clrIdx="962"/>
  <p:cmAuthor id="964" name="wtt" initials="w" lastIdx="0" clrIdx="963"/>
  <p:cmAuthor id="965" name="荣耀" initials="荣" lastIdx="0" clrIdx="964"/>
  <p:cmAuthor id="966" name="EDY" initials="E" lastIdx="0" clrIdx="965"/>
  <p:cmAuthor id="978" name="孙安_aQbuRfue" initials="authorId_265717044" lastIdx="0" clrIdx="977"/>
  <p:cmAuthor id="979" name="涛 柳" initials="涛柳" lastIdx="0" clrIdx="978"/>
  <p:cmAuthor id="980" name="王富强" initials="王富强" lastIdx="0" clrIdx="979"/>
  <p:cmAuthor id="981" name="zalh" initials="z" lastIdx="0" clrIdx="980"/>
  <p:cmAuthor id="982" name="Yan Zoe" initials="Y" lastIdx="0" clrIdx="981"/>
  <p:cmAuthor id="983" name="dreamsummit" initials="d" lastIdx="0" clrIdx="982"/>
  <p:cmAuthor id="984" name="qiaoru" initials="q" lastIdx="0" clrIdx="983"/>
  <p:cmAuthor id="985" name="543817612@qq.com" initials="5" lastIdx="0" clrIdx="984"/>
  <p:cmAuthor id="986" name="刘 玉玲" initials="刘" lastIdx="0" clrIdx="985"/>
  <p:cmAuthor id="987" name="YU" initials="Y" lastIdx="0" clrIdx="986"/>
  <p:cmAuthor id="988" name="86134" initials="8" lastIdx="0" clrIdx="987"/>
  <p:cmAuthor id="989" name="hannah" initials="h" lastIdx="0" clrIdx="988"/>
  <p:cmAuthor id="990" name="unknown" initials="u" lastIdx="0" clrIdx="989"/>
  <p:cmAuthor id="992" name="李雄邦" initials="李" lastIdx="0" clrIdx="991"/>
  <p:cmAuthor id="995" name="Unknown User27" initials="U" lastIdx="0" clrIdx="994"/>
  <p:cmAuthor id="477069288" name="Pluto" initials="P" lastIdx="1" clrIdx="831"/>
  <p:cmAuthor id="293329945" name="Rabbit" initials="R" lastIdx="1" clrIdx="10"/>
  <p:cmAuthor id="1756390324" name="郝珣珣" initials="郝" lastIdx="9" clrIdx="430"/>
  <p:cmAuthor id="1681625345" name="王茂凤" initials="王" lastIdx="1" clrIdx="433"/>
  <p:cmAuthor id="1154770238" name="窦湟琳" initials="窦" lastIdx="1" clrIdx="466"/>
  <p:cmAuthor id="653114578" name="黄荣玉" initials="黄" lastIdx="1" clrIdx="176"/>
  <p:cmAuthor id="1615483514" name="企业用户_434843544" initials="企" lastIdx="1" clrIdx="0"/>
  <p:cmAuthor id="570264801" name="浅梦" initials="浅" lastIdx="1" clrIdx="479"/>
  <p:cmAuthor id="285802140" name="wuli筱筱筱" initials="w" lastIdx="2" clrIdx="464"/>
  <p:cmAuthor id="400280404" name="张守祥" initials="张" lastIdx="2" clrIdx="481"/>
  <p:cmAuthor id="1775387203" name="汪开宇" initials="汪" lastIdx="1" clrIdx="809"/>
  <p:cmAuthor id="1628" name="327724926@qq.com" initials="" lastIdx="0" clrIdx="1627"/>
  <p:cmAuthor id="1629" name="莫严 Yan Mo (研发总院 AERI)" initials="莫严" lastIdx="0" clrIdx="1628"/>
  <p:cmAuthor id="1630" name="张逸晨" initials="张" lastIdx="0" clrIdx="1629"/>
  <p:cmAuthor id="1631" name="zhaiyu" initials="z" lastIdx="0" clrIdx="1630"/>
  <p:cmAuthor id="1632" name="翟 宇" initials="翟" lastIdx="0" clrIdx="1631"/>
  <p:cmAuthor id="1633" name="1" initials="1" lastIdx="0" clrIdx="1632"/>
  <p:cmAuthor id="1634" name="张洁01-lhq" initials="张" lastIdx="0" clrIdx="1633"/>
  <p:cmAuthor id="1635" name="LI" initials="L" lastIdx="0" clrIdx="1634"/>
  <p:cmAuthor id="1636" name="seven" initials="s" lastIdx="0" clrIdx="1635"/>
  <p:cmAuthor id="1637" name="57326" initials="5" lastIdx="0" clrIdx="1636"/>
  <p:cmAuthor id="1638" name="17412" initials="1" lastIdx="0" clrIdx="1637"/>
  <p:cmAuthor id="1639" name="未知用户232" initials="未" lastIdx="0" clrIdx="1638"/>
  <p:cmAuthor id="1640" name="Tang Siri" initials="T" lastIdx="0" clrIdx="1639"/>
  <p:cmAuthor id="1641" name="a77" initials="a" lastIdx="0" clrIdx="1640"/>
  <p:cmAuthor id="1642" name="未知用户226" initials="未" lastIdx="0" clrIdx="1641"/>
  <p:cmAuthor id="1643" name="13910" initials="1" lastIdx="0" clrIdx="1642"/>
  <p:cmAuthor id="1644" name="潘秦华" initials="潘" lastIdx="0" clrIdx="1643"/>
  <p:cmAuthor id="1645" name="lww19940713@163.com" initials="l" lastIdx="0" clrIdx="1644"/>
  <p:cmAuthor id="1646" name="张正明" initials="张" lastIdx="0" clrIdx="1645"/>
  <p:cmAuthor id="1647" name="孟伟伟" initials="孟" lastIdx="0" clrIdx="1646"/>
  <p:cmAuthor id="1648" name="FANG SUN" initials="F" lastIdx="0" clrIdx="1647"/>
  <p:cmAuthor id="1649" name="袁缘" initials="袁" lastIdx="0" clrIdx="1648"/>
  <p:cmAuthor id="1650" name="lenovo" initials="l" lastIdx="0" clrIdx="1649"/>
  <p:cmAuthor id="1651" name="未知用户416" initials="未" lastIdx="0" clrIdx="1650"/>
  <p:cmAuthor id="1652" name="吴胜天10004945" initials="吴胜天10004945" lastIdx="0" clrIdx="1651"/>
  <p:cmAuthor id="1653" name="10008729" initials="whb" lastIdx="0" clrIdx="1652"/>
  <p:cmAuthor id="1654" name="未知用户408" initials="未" lastIdx="0" clrIdx="1653"/>
  <p:cmAuthor id="1655" name="liu lulu" initials="ll" lastIdx="0" clrIdx="1654"/>
  <p:cmAuthor id="1656" name="wbl" initials="w" lastIdx="0" clrIdx="1655"/>
  <p:cmAuthor id="1657" name="未知用户412" initials="未" lastIdx="0" clrIdx="1656"/>
  <p:cmAuthor id="1658" name="Blackie" initials="B" lastIdx="0" clrIdx="1657"/>
  <p:cmAuthor id="1659" name="未知用户414" initials="未" lastIdx="0" clrIdx="1658"/>
  <p:cmAuthor id="1660" name="李应鑫" initials="李" lastIdx="0" clrIdx="1659"/>
  <p:cmAuthor id="1661" name="未知用户415" initials="未" lastIdx="0" clrIdx="1660"/>
  <p:cmAuthor id="1662" name="Richard Xiong(YICT,ITD)" initials="" lastIdx="0" clrIdx="1661"/>
  <p:cmAuthor id="1663" name="甘肃联通信息安全部姬星仪" initials="姬星仪" lastIdx="0" clrIdx="1662"/>
  <p:cmAuthor id="1664" name="Hou Yingfeng" initials="" lastIdx="0" clrIdx="1663"/>
  <p:cmAuthor id="1665" name="郭 浩" initials="郭" lastIdx="0" clrIdx="1664"/>
  <p:cmAuthor id="1666" name="10056791" initials="" lastIdx="0" clrIdx="1665"/>
  <p:cmAuthor id="1667" name="unicom" initials="" lastIdx="0" clrIdx="1666"/>
  <p:cmAuthor id="1668" name="10295142" initials="" lastIdx="0" clrIdx="1667"/>
  <p:cmAuthor id="1669" name="席琛" initials="" lastIdx="0" clrIdx="1668"/>
  <p:cmAuthor id="1670" name="未知用户370" initials="未" lastIdx="0" clrIdx="1669"/>
  <p:cmAuthor id="1671" name="wyz" initials="" lastIdx="0" clrIdx="1670"/>
  <p:cmAuthor id="1672" name="李楠10047711" initials="李楠10047711" lastIdx="0" clrIdx="1671"/>
  <p:cmAuthor id="1673" name="赵诚荣10027092" initials="" lastIdx="0" clrIdx="1672"/>
  <p:cmAuthor id="1674" name="10092001" initials="" lastIdx="0" clrIdx="1673"/>
  <p:cmAuthor id="1675" name="未知用户286" initials="未" lastIdx="0" clrIdx="1674"/>
  <p:cmAuthor id="1676" name="10033224" initials="" lastIdx="0" clrIdx="1675"/>
  <p:cmAuthor id="1677" name="SSSX" initials="Lee" lastIdx="0" clrIdx="1676"/>
  <p:cmAuthor id="1678" name="10045953" initials="" lastIdx="0" clrIdx="1677"/>
  <p:cmAuthor id="1679" name="关全全10258021" initials="" lastIdx="0" clrIdx="1678"/>
  <p:cmAuthor id="1680" name="huangjin" initials="" lastIdx="0" clrIdx="1679"/>
  <p:cmAuthor id="1681" name="未知用户352" initials="未" lastIdx="0" clrIdx="1680"/>
  <p:cmAuthor id="1682" name="10133177" initials="1" lastIdx="0" clrIdx="1681"/>
  <p:cmAuthor id="1683" name="未知用户353" initials="未" lastIdx="0" clrIdx="1682"/>
  <p:cmAuthor id="1684" name="17750226060@163.com" initials="1" lastIdx="0" clrIdx="1683"/>
  <p:cmAuthor id="1685" name="apple" initials="a" lastIdx="0" clrIdx="1684"/>
  <p:cmAuthor id="1686" name="未知用户355" initials="未" lastIdx="0" clrIdx="1685"/>
  <p:cmAuthor id="1687" name="杜 欢" initials="杜 [40]" lastIdx="0" clrIdx="1686"/>
  <p:cmAuthor id="1688" name="王乙凯" initials="王" lastIdx="0" clrIdx="1687"/>
  <p:cmAuthor id="1689" name="10319231" initials="1" lastIdx="0" clrIdx="1688"/>
  <p:cmAuthor id="1690" name="未知用户362" initials="未" lastIdx="0" clrIdx="1689"/>
  <p:cmAuthor id="1691" name="未知用户363" initials="未" lastIdx="0" clrIdx="1690"/>
  <p:cmAuthor id="1692" name="未知用户369" initials="未" lastIdx="0" clrIdx="1691"/>
  <p:cmAuthor id="1693" name="cmcc" initials="c" lastIdx="0" clrIdx="1692"/>
  <p:cmAuthor id="1694" name="未知用户376" initials="未" lastIdx="0" clrIdx="1693"/>
  <p:cmAuthor id="1695" name="刘圣保" initials="刘" lastIdx="0" clrIdx="1694"/>
  <p:cmAuthor id="1696" name="86180" initials="8" lastIdx="0" clrIdx="1695"/>
  <p:cmAuthor id="1697" name="未知用户372" initials="未" lastIdx="0" clrIdx="1696"/>
  <p:cmAuthor id="1698" name="未知的使用者84" initials="" lastIdx="0" clrIdx="1697"/>
  <p:cmAuthor id="1699" name="未知用户460" initials="未" lastIdx="0" clrIdx="1698"/>
  <p:cmAuthor id="1700" name="未知用户462" initials="未" lastIdx="0" clrIdx="1699"/>
  <p:cmAuthor id="1701" name="未知用户463" initials="未" lastIdx="0" clrIdx="1700"/>
  <p:cmAuthor id="1702" name="未知用户472" initials="未" lastIdx="0" clrIdx="1701"/>
  <p:cmAuthor id="1703" name="许 志军" initials="许" lastIdx="0" clrIdx="1702"/>
  <p:cmAuthor id="1704" name="欧 志芳" initials="欧" lastIdx="0" clrIdx="1703"/>
  <p:cmAuthor id="1705" name="金 童" initials="金" lastIdx="0" clrIdx="1704"/>
  <p:cmAuthor id="1706" name="cao wen" initials="cw" lastIdx="0" clrIdx="1705"/>
  <p:cmAuthor id="1707" name="yang hao" initials="yh" lastIdx="0" clrIdx="1706"/>
  <p:cmAuthor id="1708" name="Zhanwei Xiao(CUC SRD2-HZ-FZ)" initials="Z" lastIdx="0" clrIdx="1707"/>
  <p:cmAuthor id="1709" name="Ms" initials="M" lastIdx="0" clrIdx="1708"/>
  <p:cmAuthor id="1710" name="林 鸿钰" initials="林" lastIdx="0" clrIdx="1709"/>
  <p:cmAuthor id="1711" name="xuqing" initials="x" lastIdx="0" clrIdx="1710"/>
  <p:cmAuthor id="1712" name="未知的使用者150" initials="未" lastIdx="0" clrIdx="1711"/>
  <p:cmAuthor id="1713" name="罗强" initials="罗" lastIdx="0" clrIdx="1712"/>
  <p:cmAuthor id="1714" name=" 花小小" initials=" " lastIdx="0" clrIdx="1713"/>
  <p:cmAuthor id="1715" name="未知用户31" initials="未" lastIdx="0" clrIdx="1714"/>
  <p:cmAuthor id="1716" name="未知用户93" initials="" lastIdx="0" clrIdx="1715"/>
  <p:cmAuthor id="1717" name="未知用户90" initials="" lastIdx="0" clrIdx="1716"/>
  <p:cmAuthor id="1718" name="未知用户91" initials="" lastIdx="0" clrIdx="1717"/>
  <p:cmAuthor id="1719" name="未知用户92" initials="" lastIdx="0" clrIdx="1718"/>
  <p:cmAuthor id="1720" name="未知用户74" initials="" lastIdx="0" clrIdx="1719"/>
  <p:cmAuthor id="1721" name="未知用户75" initials="" lastIdx="0" clrIdx="1720"/>
  <p:cmAuthor id="1722" name="未知用户76" initials="" lastIdx="0" clrIdx="1721"/>
  <p:cmAuthor id="1723" name="未知用户77" initials="" lastIdx="0" clrIdx="1722"/>
  <p:cmAuthor id="1724" name="未知用户78" initials="" lastIdx="0" clrIdx="1723"/>
  <p:cmAuthor id="1725" name="未知用户79" initials="" lastIdx="0" clrIdx="1724"/>
  <p:cmAuthor id="1726" name="未知用户80" initials="" lastIdx="0" clrIdx="1725"/>
  <p:cmAuthor id="1727" name="Harry xu" initials="" lastIdx="0" clrIdx="1726"/>
  <p:cmAuthor id="1728" name="未知用户35" initials="未" lastIdx="0" clrIdx="1727"/>
  <p:cmAuthor id="1729" name="huangjc" initials="h" lastIdx="0" clrIdx="1728"/>
  <p:cmAuthor id="1730" name="10145459" initials="1" lastIdx="0" clrIdx="1729"/>
  <p:cmAuthor id="1731" name="唐芸" initials="唐" lastIdx="0" clrIdx="1730"/>
  <p:cmAuthor id="1732" name="范汗杰10197873" initials="范" lastIdx="0" clrIdx="1731"/>
  <p:cmAuthor id="1733" name="倪燕子00036324" initials="倪" lastIdx="0" clrIdx="1732"/>
  <p:cmAuthor id="1734" name="王林10186938" initials="王" lastIdx="0" clrIdx="1733"/>
  <p:cmAuthor id="1735" name="0045000519" initials="0" lastIdx="0" clrIdx="1734"/>
  <p:cmAuthor id="1736" name="WHF" initials="W" lastIdx="0" clrIdx="1735"/>
  <p:cmAuthor id="1737" name="Liu, Hongqing (NSB - CN/Shanghai)" initials="L" lastIdx="0" clrIdx="1736"/>
  <p:cmAuthor id="1738" name="Yang" initials="Y" lastIdx="0" clrIdx="1737"/>
  <p:cmAuthor id="1739" name="Machackova, Zuzana {MDAO~Basel}" initials="M" lastIdx="0" clrIdx="1738"/>
  <p:cmAuthor id="1740" name="ma yanru" initials="my" lastIdx="0" clrIdx="1739"/>
  <p:cmAuthor id="1741" name="C C" initials="CC" lastIdx="0" clrIdx="1740"/>
  <p:cmAuthor id="1742" name="子祥 韩" initials="子祥" lastIdx="0" clrIdx="1741"/>
  <p:cmAuthor id="1743" name="铭青 左" initials="铭青" lastIdx="0" clrIdx="1742"/>
  <p:cmAuthor id="1744" name="张雅欣" initials="张" lastIdx="0" clrIdx="1743"/>
  <p:cmAuthor id="1745" name="ZhengShilei" initials="Z" lastIdx="0" clrIdx="1744"/>
  <p:cmAuthor id="1746" name="yuan'wen'guo" initials="y" lastIdx="0" clrIdx="1745"/>
  <p:cmAuthor id="1747" name="iwall" initials="iwall" lastIdx="0" clrIdx="1746"/>
  <p:cmAuthor id="1748" name="miaott" initials="m" lastIdx="0" clrIdx="1747"/>
  <p:cmAuthor id="1749" name="zhaoby01" initials="z" lastIdx="0" clrIdx="1748"/>
  <p:cmAuthor id="1750" name="ptn" initials="p" lastIdx="0" clrIdx="1749"/>
  <p:cmAuthor id="1751" name="00065088" initials="0" lastIdx="0" clrIdx="1750"/>
  <p:cmAuthor id="1752" name="李修霖" initials="李" lastIdx="0" clrIdx="1751"/>
  <p:cmAuthor id="1753" name="Origin60801" initials="O" lastIdx="0" clrIdx="1752"/>
  <p:cmAuthor id="1754" name="86182" initials="8" lastIdx="0" clrIdx="1753"/>
  <p:cmAuthor id="1755" name="fu yaobin" initials="fy" lastIdx="0" clrIdx="1754"/>
  <p:cmAuthor id="1756" name="王恒婧" initials="王" lastIdx="0" clrIdx="1755"/>
  <p:cmAuthor id="1757" name="未知用户95" initials="未" lastIdx="0" clrIdx="1756"/>
  <p:cmAuthor id="1758" name="乔海庚" initials="乔" lastIdx="0" clrIdx="1757"/>
  <p:cmAuthor id="1759" name="未知的使用者148" initials="未" lastIdx="0" clrIdx="1758"/>
  <p:cmAuthor id="1760" name="未知用户118" initials="未" lastIdx="0" clrIdx="1759"/>
  <p:cmAuthor id="1761" name="未知用户126" initials="未" lastIdx="0" clrIdx="1760"/>
  <p:cmAuthor id="1762" name="sxp" initials="s" lastIdx="0" clrIdx="1761"/>
  <p:cmAuthor id="1763" name="成国强_6jqyBN7N" initials="authorId_8148959" lastIdx="0" clrIdx="1762"/>
  <p:cmAuthor id="1764" name="翔 张" initials="翔" lastIdx="0" clrIdx="1763"/>
  <p:cmAuthor id="1765" name="金宇峰_BfyebuM3" initials="authorId_1008746-10054633" lastIdx="0" clrIdx="1764"/>
  <p:cmAuthor id="1766" name="王超" initials="王" lastIdx="0" clrIdx="1765"/>
  <p:cmAuthor id="1767" name="李 嘉" initials="李" lastIdx="0" clrIdx="1766"/>
  <p:cmAuthor id="1768" name="未知用户274" initials="未" lastIdx="0" clrIdx="1767"/>
  <p:cmAuthor id="1769" name="未知用户249" initials="未" lastIdx="0" clrIdx="1768"/>
  <p:cmAuthor id="1770" name="未知用户255" initials="未" lastIdx="0" clrIdx="1769"/>
  <p:cmAuthor id="1771" name="未知用户341" initials="未" lastIdx="0" clrIdx="1770"/>
  <p:cmAuthor id="1772" name="未知用户367" initials="未" lastIdx="0" clrIdx="1771"/>
  <p:cmAuthor id="1773" name="未知用户386" initials="未" lastIdx="0" clrIdx="1772"/>
  <p:cmAuthor id="1774" name="mouse zz" initials="mz" lastIdx="0" clrIdx="1773"/>
  <p:cmAuthor id="1775" name="未知用户391" initials="未" lastIdx="0" clrIdx="1774"/>
  <p:cmAuthor id="1776" name="未知用户395" initials="未" lastIdx="0" clrIdx="1775"/>
  <p:cmAuthor id="1777" name="未知用户427" initials="未" lastIdx="0" clrIdx="1776"/>
  <p:cmAuthor id="1778" name="未知用户429" initials="未" lastIdx="0" clrIdx="1777"/>
  <p:cmAuthor id="1779" name="未知用户436" initials="未" lastIdx="0" clrIdx="1778"/>
  <p:cmAuthor id="1780" name="未知用户438" initials="未" lastIdx="0" clrIdx="1779"/>
  <p:cmAuthor id="1781" name="未知用户439" initials="未" lastIdx="0" clrIdx="1780"/>
  <p:cmAuthor id="1782" name="杨泽" initials="杨" lastIdx="0" clrIdx="1781"/>
  <p:cmAuthor id="1783" name="Pluto Alan" initials="PA" lastIdx="0" clrIdx="1782"/>
  <p:cmAuthor id="1784" name="杨 贺春" initials="杨" lastIdx="0" clrIdx="1783"/>
  <p:cmAuthor id="1785" name="林玲 郑" initials="林" lastIdx="0" clrIdx="1784"/>
  <p:cmAuthor id="1786" name="554154816@qq.com" initials="5" lastIdx="0" clrIdx="1785"/>
  <p:cmAuthor id="1787" name="yehuimei" initials="y" lastIdx="0" clrIdx="1786"/>
  <p:cmAuthor id="1788" name="LIJIE" initials="LJ" lastIdx="0" clrIdx="1787"/>
  <p:cmAuthor id="1789" name="zhangyanan" initials="z" lastIdx="0" clrIdx="1788"/>
  <p:cmAuthor id="1790" name="刘 天宇" initials="刘" lastIdx="0" clrIdx="1789"/>
  <p:cmAuthor id="1791" name="elsamomo" initials="e" lastIdx="0" clrIdx="1790"/>
  <p:cmAuthor id="1792" name="魏 岩" initials="魏" lastIdx="0" clrIdx="1791"/>
  <p:cmAuthor id="1793" name="yangkaixin" initials="y" lastIdx="0" clrIdx="1792"/>
  <p:cmAuthor id="1794" name="王 亚芳" initials="王" lastIdx="0" clrIdx="1793"/>
  <p:cmAuthor id="1795" name="lanji" initials="l" lastIdx="0" clrIdx="1794"/>
  <p:cmAuthor id="1796" name="ADC" initials="1" lastIdx="0" clrIdx="1795"/>
  <p:cmAuthor id="1797" name="brad" initials="brad" lastIdx="0" clrIdx="1796"/>
  <p:cmAuthor id="1798" name="Lenovo PC" initials="L" lastIdx="0" clrIdx="1797"/>
  <p:cmAuthor id="1799" name="wang.qiwu" initials="w" lastIdx="0" clrIdx="1798"/>
  <p:cmAuthor id="1800" name="li.li8" initials="l" lastIdx="0" clrIdx="1799"/>
  <p:cmAuthor id="1801" name="安然" initials="安" lastIdx="0" clrIdx="1800"/>
  <p:cmAuthor id="1802" name="ggf" initials="g" lastIdx="0" clrIdx="1801"/>
  <p:cmAuthor id="1803" name="jinyaoguo" initials="j" lastIdx="0" clrIdx="1802"/>
  <p:cmAuthor id="1804" name="xiong.wenjie" initials="x" lastIdx="0" clrIdx="1803"/>
  <p:cmAuthor id="1805" name="未知用户4" initials="未" lastIdx="0" clrIdx="1804"/>
  <p:cmAuthor id="1806" name="Hongsheng GU" initials="t" lastIdx="0" clrIdx="1805"/>
  <p:cmAuthor id="1807" name="Qingyunli" initials="Q" lastIdx="0" clrIdx="1806"/>
  <p:cmAuthor id="1808" name="徐光宇" initials="徐" lastIdx="0" clrIdx="1807"/>
  <p:cmAuthor id="1809" name="Liu, Leo (MBSHR cs)" initials="L" lastIdx="0" clrIdx="1808"/>
  <p:cmAuthor id="1810" name="刘豹" initials="刘" lastIdx="0" clrIdx="1809"/>
  <p:cmAuthor id="1811" name="未知用户12" initials="未" lastIdx="0" clrIdx="1810"/>
  <p:cmAuthor id="1812" name="刘广艳" initials="刘" lastIdx="0" clrIdx="1811"/>
  <p:cmAuthor id="1813" name="毕军(0212009)" initials="毕" lastIdx="0" clrIdx="1812"/>
  <p:cmAuthor id="1814" name="dadi" initials="d" lastIdx="0" clrIdx="1813"/>
  <p:cmAuthor id="1815" name="郑廷东" initials="郑" lastIdx="0" clrIdx="1814"/>
  <p:cmAuthor id="1816" name="张田田" initials="张" lastIdx="0" clrIdx="1815"/>
  <p:cmAuthor id="1817" name="刘传坤" initials="刘" lastIdx="0" clrIdx="1816"/>
  <p:cmAuthor id="1818" name="徐杰" initials="徐" lastIdx="0" clrIdx="1817"/>
  <p:cmAuthor id="1819" name="张宏伟" initials="张" lastIdx="0" clrIdx="1818"/>
  <p:cmAuthor id="1820" name="刘艳龙" initials="刘" lastIdx="0" clrIdx="1819"/>
  <p:cmAuthor id="1821" name="rq fan" initials="r" lastIdx="0" clrIdx="1820"/>
  <p:cmAuthor id="1822" name="dingbo" initials="d" lastIdx="0" clrIdx="1821"/>
  <p:cmAuthor id="1823" name="李永欣" initials="李" lastIdx="0" clrIdx="1822"/>
  <p:cmAuthor id="1824" name="许弘扬" initials="许" lastIdx="0" clrIdx="1823"/>
  <p:cmAuthor id="1825" name="未知用户11" initials="未" lastIdx="0" clrIdx="1824"/>
  <p:cmAuthor id="1826" name="吴杰" initials="吴" lastIdx="0" clrIdx="1825"/>
  <p:cmAuthor id="1827" name="刘丽仙" initials="刘" lastIdx="0" clrIdx="1826"/>
  <p:cmAuthor id="1828" name="陈尚文" initials="陈" lastIdx="0" clrIdx="1827"/>
  <p:cmAuthor id="1829" name="lijin" initials="l" lastIdx="0" clrIdx="1828"/>
  <p:cmAuthor id="1830" name="张雁" initials="张" lastIdx="0" clrIdx="1829"/>
  <p:cmAuthor id="1831" name="贾清山" initials="贾" lastIdx="0" clrIdx="1830"/>
  <p:cmAuthor id="1832" name="陈桂枝" initials="陈" lastIdx="0" clrIdx="1831"/>
  <p:cmAuthor id="1833" name="未知用户" initials="未" lastIdx="0" clrIdx="1832"/>
  <p:cmAuthor id="1834" name="新萝卜家园" initials="新" lastIdx="0" clrIdx="1833"/>
  <p:cmAuthor id="1835" name="孟祥超" initials="孟" lastIdx="0" clrIdx="1834"/>
  <p:cmAuthor id="1836" name="周开雷" initials="周" lastIdx="0" clrIdx="1835"/>
  <p:cmAuthor id="1837" name="未知用户22" initials="未" lastIdx="0" clrIdx="1836"/>
  <p:cmAuthor id="1838" name="lx" initials="l" lastIdx="0" clrIdx="1837"/>
  <p:cmAuthor id="1839" name="李振宇" initials="李" lastIdx="0" clrIdx="1838"/>
  <p:cmAuthor id="1840" name="邹洋" initials="邹" lastIdx="0" clrIdx="1839"/>
  <p:cmAuthor id="1841" name="yangkun" initials="y" lastIdx="0" clrIdx="1840"/>
  <p:cmAuthor id="1842" name="Lenovo User" initials="L" lastIdx="0" clrIdx="1841"/>
  <p:cmAuthor id="1843" name="hys2" initials="h" lastIdx="0" clrIdx="1842"/>
  <p:cmAuthor id="1844" name="朱绍春" initials="朱" lastIdx="0" clrIdx="1843"/>
  <p:cmAuthor id="1845" name="吴铁映" initials="吴" lastIdx="0" clrIdx="1844"/>
  <p:cmAuthor id="1846" name="andres.x.gomez" initials="a" lastIdx="0" clrIdx="1845"/>
  <p:cmAuthor id="1847" name="张艳芳" initials="张" lastIdx="0" clrIdx="1846"/>
  <p:cmAuthor id="1848" name="邹积逊" initials="邹" lastIdx="0" clrIdx="1847"/>
  <p:cmAuthor id="1849" name="王向羽" initials="王" lastIdx="0" clrIdx="1848"/>
  <p:cmAuthor id="1850" name="张 茜" initials="张" lastIdx="0" clrIdx="1849"/>
  <p:cmAuthor id="1851" name="Lenovo" initials="L" lastIdx="0" clrIdx="1850"/>
  <p:cmAuthor id="1852" name="zhaoz" initials="z" lastIdx="0" clrIdx="1851"/>
  <p:cmAuthor id="1853" name="候奔" initials="候" lastIdx="0" clrIdx="1852"/>
  <p:cmAuthor id="1854" name="hsq" initials="h" lastIdx="0" clrIdx="1853"/>
  <p:cmAuthor id="1855" name="CATARC" initials="C" lastIdx="0" clrIdx="1854"/>
  <p:cmAuthor id="1856" name="赵 建宏" initials="赵" lastIdx="0" clrIdx="1855"/>
  <p:cmAuthor id="1857" name="chefangel" initials="c" lastIdx="0" clrIdx="1856"/>
  <p:cmAuthor id="1858" name="郭金蔓" initials="郭" lastIdx="0" clrIdx="1857"/>
  <p:cmAuthor id="1859" name="王珏" initials="王" lastIdx="0" clrIdx="1858"/>
  <p:cmAuthor id="1860" name="鲍越" initials="鲍" lastIdx="0" clrIdx="1859"/>
  <p:cmAuthor id="1861" name="田晓笛" initials="田" lastIdx="0" clrIdx="1860"/>
  <p:cmAuthor id="1862" name="秦志嫒" initials="秦" lastIdx="0" clrIdx="1861"/>
  <p:cmAuthor id="1863" name="李明阳123" initials="李" lastIdx="0" clrIdx="1862"/>
  <p:cmAuthor id="1864" name="jingjing" initials="j" lastIdx="0" clrIdx="1863"/>
  <p:cmAuthor id="1865" name="叶柳红_eyQf7bY7" initials="authorId_25807187" lastIdx="0" clrIdx="1864"/>
  <p:cmAuthor id="1866" name="骆倩怡_Znauj26B" initials="authorId_382814100" lastIdx="0" clrIdx="1865"/>
  <p:cmAuthor id="1867" name="费 李" initials="费" lastIdx="0" clrIdx="1866"/>
  <p:cmAuthor id="1868" name="児" initials="児" lastIdx="0" clrIdx="1867"/>
  <p:cmAuthor id="1869" name="雪丽 刘" initials="雪刘" lastIdx="0" clrIdx="1868"/>
  <p:cmAuthor id="1870" name="zqzl04725" initials="z" lastIdx="0" clrIdx="1869"/>
  <p:cmAuthor id="1871" name="10579" initials="1" lastIdx="0" clrIdx="1870"/>
  <p:cmAuthor id="1872" name="薛世豪" initials="薛" lastIdx="0" clrIdx="1871"/>
  <p:cmAuthor id="1873" name="rita" initials="r" lastIdx="0" clrIdx="1872"/>
  <p:cmAuthor id="1874" name="Fseanyu" initials="F" lastIdx="0" clrIdx="1873"/>
  <p:cmAuthor id="1875" name="张宪国" initials="张" lastIdx="0" clrIdx="1874"/>
  <p:cmAuthor id="1876" name="catarc" initials="c" lastIdx="0" clrIdx="1875"/>
  <p:cmAuthor id="1877" name="yang" initials="y" lastIdx="0" clrIdx="1876"/>
  <p:cmAuthor id="1878" name="王 越优" initials="王" lastIdx="0" clrIdx="1877"/>
  <p:cmAuthor id="1879" name="中汽中心王诗萌" initials="9" lastIdx="0" clrIdx="1878"/>
  <p:cmAuthor id="1880" name="h" initials="h" lastIdx="0" clrIdx="1879"/>
  <p:cmAuthor id="1881" name="邵学彬" initials="l" lastIdx="0" clrIdx="1880"/>
  <p:cmAuthor id="1882" name="wangj" initials="w" lastIdx="0" clrIdx="1881"/>
  <p:cmAuthor id="1883" name="86195" initials="8" lastIdx="0" clrIdx="1882"/>
  <p:cmAuthor id="1884" name="贺可勋" initials="贺" lastIdx="0" clrIdx="1883"/>
  <p:cmAuthor id="1885" name="Admin" initials="A" lastIdx="0" clrIdx="1884"/>
  <p:cmAuthor id="1886" name="WANG DONG" initials="WD" lastIdx="0" clrIdx="1885"/>
  <p:cmAuthor id="1887" name="WY" initials="W" lastIdx="0" clrIdx="1886"/>
  <p:cmAuthor id="1888" name="杨澜" initials="kkkkk" lastIdx="0" clrIdx="1887"/>
  <p:cmAuthor id="1889" name="Tony" initials="T" lastIdx="0" clrIdx="1888"/>
  <p:cmAuthor id="1890" name="SUN HANG" initials="S" lastIdx="0" clrIdx="1889"/>
  <p:cmAuthor id="1891" name="未知用户38" initials="未" lastIdx="0" clrIdx="1890"/>
  <p:cmAuthor id="1892" name="Neno Loje" initials="N" lastIdx="0" clrIdx="1891"/>
  <p:cmAuthor id="1893" name="Unknown User1" initials="U" lastIdx="0" clrIdx="1892"/>
  <p:cmAuthor id="1894" name="Cindy-NB" initials="C" lastIdx="0" clrIdx="1893"/>
  <p:cmAuthor id="1895" name="未知的使用者4" initials="未" lastIdx="0" clrIdx="1894"/>
  <p:cmAuthor id="1896" name="未知的使用者5" initials="未" lastIdx="0" clrIdx="1895"/>
  <p:cmAuthor id="1897" name="未知的使用者6" initials="未" lastIdx="0" clrIdx="1896"/>
  <p:cmAuthor id="1898" name="guocc" initials="g" lastIdx="0" clrIdx="1897"/>
  <p:cmAuthor id="1899" name="x230" initials="x" lastIdx="0" clrIdx="1898"/>
  <p:cmAuthor id="1900" name="sharon" initials="s" lastIdx="0" clrIdx="1899"/>
  <p:cmAuthor id="1901" name="未知的使用者51" initials="未" lastIdx="0" clrIdx="1900"/>
  <p:cmAuthor id="1902" name="未知的使用者2" initials="未" lastIdx="0" clrIdx="1901"/>
  <p:cmAuthor id="1903" name="August" initials="A" lastIdx="0" clrIdx="1902"/>
  <p:cmAuthor id="1904" name="未知的使用者19" initials="未" lastIdx="0" clrIdx="1903"/>
  <p:cmAuthor id="1905" name="未知的使用者20" initials="未" lastIdx="0" clrIdx="1904"/>
  <p:cmAuthor id="1906" name="未知的使用者21" initials="未" lastIdx="0" clrIdx="1905"/>
  <p:cmAuthor id="1907" name="未知的使用者17" initials="未" lastIdx="0" clrIdx="1906"/>
  <p:cmAuthor id="1908" name="未知的使用者18" initials="未" lastIdx="0" clrIdx="1907"/>
  <p:cmAuthor id="1909" name="HONOR" initials="H" lastIdx="0" clrIdx="1908"/>
  <p:cmAuthor id="1910" name="41985" initials="4" lastIdx="0" clrIdx="1909"/>
  <p:cmAuthor id="1911" name="Alin 张琳琳" initials="A" lastIdx="0" clrIdx="1910"/>
  <p:cmAuthor id="1912" name="yuqiao ning" initials="yn" lastIdx="0" clrIdx="1911"/>
  <p:cmAuthor id="1913" name="chencool" initials="cn" lastIdx="0" clrIdx="1912"/>
  <p:cmAuthor id="1914" name="haoran Guang" initials="hG" lastIdx="0" clrIdx="1913"/>
  <p:cmAuthor id="1915" name="lllx" initials="l" lastIdx="0" clrIdx="1914"/>
  <p:cmAuthor id="1916" name="Sylvia W" initials="SW" lastIdx="0" clrIdx="1915"/>
  <p:cmAuthor id="1917" name="user 1" initials="u1" lastIdx="0" clrIdx="1916"/>
  <p:cmAuthor id="1918" name="ZYZX" initials="Z" lastIdx="0" clrIdx="1917"/>
  <p:cmAuthor id="1919" name="海峰" initials="海" lastIdx="0" clrIdx="1918"/>
  <p:cmAuthor id="1920" name="刘雅坤" initials="刘" lastIdx="0" clrIdx="1919"/>
  <p:cmAuthor id="1921" name="硕颖" initials="硕颖" lastIdx="0" clrIdx="1920"/>
  <p:cmAuthor id="1922" name="lixize" initials="l" lastIdx="0" clrIdx="1921"/>
  <p:cmAuthor id="1923" name="15692" initials="1" lastIdx="0" clrIdx="1922"/>
  <p:cmAuthor id="1924" name="ts" initials="t" lastIdx="0" clrIdx="1923"/>
  <p:cmAuthor id="1925" name="t7784" initials="" lastIdx="0" clrIdx="1924"/>
  <p:cmAuthor id="1926" name="Microsoft 帐户" initials="M帐" lastIdx="0" clrIdx="1925"/>
  <p:cmAuthor id="1927" name="Baijie" initials="Microsof" lastIdx="0" clrIdx="1926"/>
  <p:cmAuthor id="1928" name="qz5322" initials="q" lastIdx="0" clrIdx="1927"/>
  <p:cmAuthor id="1929" name="HP" initials="H" lastIdx="0" clrIdx="1928"/>
  <p:cmAuthor id="1930" name="Catalano, Alec" initials="" lastIdx="0" clrIdx="1929"/>
  <p:cmAuthor id="1931" name="shark" initials="s" lastIdx="0" clrIdx="1930"/>
  <p:cmAuthor id="1932" name="周姝君" initials="周姝君" lastIdx="0" clrIdx="1931"/>
  <p:cmAuthor id="1933" name="Public" initials="P" lastIdx="0" clrIdx="1932"/>
  <p:cmAuthor id="1934" name="洁" initials="洁" lastIdx="0" clrIdx="1933"/>
  <p:cmAuthor id="1935" name="THINKPAD" initials="T" lastIdx="0" clrIdx="1934"/>
  <p:cmAuthor id="1936" name="Bin Hu (C)" initials="BH(" lastIdx="0" clrIdx="1935"/>
  <p:cmAuthor id="1937" name="冠亮 翟" initials="冠亮" lastIdx="0" clrIdx="1936"/>
  <p:cmAuthor id="1938" name="Brian Hall" initials="" lastIdx="0" clrIdx="1937"/>
  <p:cmAuthor id="1939" name="KK 胡" initials="K胡" lastIdx="0" clrIdx="1938"/>
  <p:cmAuthor id="1940" name="lzy" initials="l" lastIdx="0" clrIdx="1939"/>
  <p:cmAuthor id="1941" name="余 海波" initials="余" lastIdx="0" clrIdx="1940"/>
  <p:cmAuthor id="1942" name="Paula White" initials="" lastIdx="0" clrIdx="1941"/>
  <p:cmAuthor id="1943" name="maryfj" initials="" lastIdx="0" clrIdx="1942"/>
  <p:cmAuthor id="1944" name="Showsrus" initials="" lastIdx="0" clrIdx="1943"/>
  <p:cmAuthor id="1945" name="Prashant Sridharan" initials="" lastIdx="0" clrIdx="1944"/>
  <p:cmAuthor id="1946" name="Karen Carter" initials="" lastIdx="0" clrIdx="1945"/>
  <p:cmAuthor id="1947" name="Jeff Ressler" initials="" lastIdx="0" clrIdx="1946"/>
  <p:cmAuthor id="1948" name="DELL" initials="D" lastIdx="0" clrIdx="1947"/>
  <p:cmAuthor id="1949" name="未知用户1" initials="未知用户1" lastIdx="0" clrIdx="1948"/>
  <p:cmAuthor id="1950" name="未知用户2" initials="未知用户2" lastIdx="0" clrIdx="1949"/>
  <p:cmAuthor id="1951" name="许洁" initials="许" lastIdx="0" clrIdx="1950"/>
  <p:cmAuthor id="1952" name="未知用户198" initials="未" lastIdx="0" clrIdx="1951"/>
  <p:cmAuthor id="1953" name="梅芬 吳" initials="梅" lastIdx="0" clrIdx="1952"/>
  <p:cmAuthor id="1954" name="abner" initials="a" lastIdx="0" clrIdx="1953"/>
  <p:cmAuthor id="1955" name="未知的使用者156" initials="未" lastIdx="0" clrIdx="1954"/>
  <p:cmAuthor id="1956" name="cs" initials="x" lastIdx="0" clrIdx="1955"/>
  <p:cmAuthor id="1957" name="HAUWEI" initials="H" lastIdx="0" clrIdx="1956"/>
  <p:cmAuthor id="1958" name="曹 朝辉" initials="曹" lastIdx="0" clrIdx="1957"/>
  <p:cmAuthor id="1959" name="yubing" initials="y" lastIdx="0" clrIdx="1958"/>
  <p:cmAuthor id="1960" name="B DJ" initials="BD" lastIdx="0" clrIdx="1959"/>
  <p:cmAuthor id="1961" name="黎文颂" initials="lws" lastIdx="0" clrIdx="1960"/>
  <p:cmAuthor id="1962" name="未知的使用者203" initials="未" lastIdx="0" clrIdx="1961"/>
  <p:cmAuthor id="1963" name="bendd" initials="b" lastIdx="0" clrIdx="1962"/>
  <p:cmAuthor id="1964" name="张宇瞳" initials="张" lastIdx="0" clrIdx="1963"/>
  <p:cmAuthor id="1965" name="郑杨燚|zhengyangyi" initials="郑杨燚" lastIdx="0" clrIdx="1964"/>
  <p:cmAuthor id="1966" name="mazhen" initials="m" lastIdx="0" clrIdx="1965"/>
  <p:cmAuthor id="1967" name="wudongdong" initials="wdd" lastIdx="0" clrIdx="1966"/>
  <p:cmAuthor id="1968" name="Li Lin" initials="LL" lastIdx="0" clrIdx="1967"/>
  <p:cmAuthor id="1969" name="dell" initials="d" lastIdx="0" clrIdx="1968"/>
  <p:cmAuthor id="1970" name="AGK" initials="AGK" lastIdx="0" clrIdx="1969"/>
  <p:cmAuthor id="1971" name="赫祎诺_nu6r2eyy" initials="authorId_2234" lastIdx="0" clrIdx="1970"/>
  <p:cmAuthor id="1972" name="yangxy" initials="y" lastIdx="0" clrIdx="1971"/>
  <p:cmAuthor id="1973" name="唐 赛" initials="唐" lastIdx="0" clrIdx="1972"/>
  <p:cmAuthor id="1974" name="nature_emInFJF7" initials="authorId_313163542" lastIdx="0" clrIdx="1973"/>
  <p:cmAuthor id="1975" name="杨思思_VNjyvY7j" initials="authorId_430925712" lastIdx="0" clrIdx="1974"/>
  <p:cmAuthor id="1976" name="李敏" initials="LJ" lastIdx="0" clrIdx="1975"/>
  <p:cmAuthor id="1977" name="jiansheng li" initials="j" lastIdx="0" clrIdx="1976"/>
  <p:cmAuthor id="1978" name="liyite" initials="l" lastIdx="0" clrIdx="1977"/>
  <p:cmAuthor id="1979" name="zhoux" initials="z" lastIdx="0" clrIdx="1978"/>
  <p:cmAuthor id="1980" name="laichenxi" initials="u" lastIdx="0" clrIdx="1979"/>
  <p:cmAuthor id="1981" name="黄薇（IT）" initials="l" lastIdx="0" clrIdx="1980"/>
  <p:cmAuthor id="1982" name="yinqianqian" initials="y" lastIdx="0" clrIdx="1981"/>
  <p:cmAuthor id="1983" name="15090" initials="1" lastIdx="0" clrIdx="1982"/>
  <p:cmAuthor id="1984" name="liuyanxue" initials="l" lastIdx="0" clrIdx="1983"/>
  <p:cmAuthor id="1985" name="wangdaiyuan" initials="w" lastIdx="0" clrIdx="1984"/>
  <p:cmAuthor id="1986" name="Mr.Wu" initials="M" lastIdx="0" clrIdx="1985"/>
  <p:cmAuthor id="1987" name="haha" initials="h" lastIdx="0" clrIdx="1986"/>
  <p:cmAuthor id="1988" name="Rampant ." initials="R" lastIdx="0" clrIdx="1987"/>
  <p:cmAuthor id="1989" name="王+7" initials="王" lastIdx="0" clrIdx="1988"/>
  <p:cmAuthor id="1990" name="清泺 戴" initials="清戴" lastIdx="0" clrIdx="1989"/>
  <p:cmAuthor id="1991" name="shimh" initials="" lastIdx="0" clrIdx="1990"/>
  <p:cmAuthor id="1992" name="窦万虎" initials="窦万虎" lastIdx="0" clrIdx="1991"/>
  <p:cmAuthor id="1993" name="肖永刚/技术总监室/软件开发中心/总行机关/ABC" initials="" lastIdx="0" clrIdx="1992"/>
  <p:cmAuthor id="1994" name="谢俊/技术总监室/软件开发中心/总行机关/ABC" initials="" lastIdx="0" clrIdx="1993"/>
  <p:cmAuthor id="1995" name="CN=谢俊/OU=技术总监室/OU=软件开发中心/OU=总行机关/O=ABC" initials="" lastIdx="0" clrIdx="1994"/>
  <p:cmAuthor id="1996" name="赖强/技术总监室/软件开发中心/总行机关/ABC" initials="" lastIdx="0" clrIdx="1995"/>
  <p:cmAuthor id="1997" name="部室管理员/软件开发中心/总行机关/ABC" initials="" lastIdx="0" clrIdx="1996"/>
  <p:cmAuthor id="1998" name="wenzi" initials="" lastIdx="0" clrIdx="1997"/>
  <p:cmAuthor id="1999" name="J" initials="" lastIdx="0" clrIdx="1998"/>
  <p:cmAuthor id="2008" name="zuo" initials="z" lastIdx="0" clrIdx="2007"/>
  <p:cmAuthor id="2009" name="Lucq" initials="L" lastIdx="0" clrIdx="2008"/>
  <p:cmAuthor id="2010" name="飞 左" initials="飞左" lastIdx="0" clrIdx="2009"/>
  <p:cmAuthor id="2011" name="周薛冰" initials="周" lastIdx="0" clrIdx="2010"/>
  <p:cmAuthor id="2012" name="ss w" initials="sw" lastIdx="0" clrIdx="2011"/>
  <p:cmAuthor id="2013" name="yangbo" initials="y" lastIdx="0" clrIdx="2012"/>
  <p:cmAuthor id="2014" name="ZStack" initials="Z" lastIdx="0" clrIdx="2013"/>
  <p:cmAuthor id="2015" name="吕品" initials="吕品" lastIdx="0" clrIdx="2014"/>
  <p:cmAuthor id="2016" name="没那么简单" initials="没" lastIdx="0" clrIdx="2015"/>
  <p:cmAuthor id="2017" name="玲丽 成" initials="玲成" lastIdx="0" clrIdx="2016"/>
  <p:cmAuthor id="2018" name="Bi Daniel" initials="BD" lastIdx="0" clrIdx="2017"/>
  <p:cmAuthor id="2019" name="sun yin" initials="sy" lastIdx="0" clrIdx="2018"/>
  <p:cmAuthor id="2020" name="唐仲志" initials="" lastIdx="0" clrIdx="2019"/>
  <p:cmAuthor id="2021" name="方鹤" initials="方鹤" lastIdx="0" clrIdx="2020"/>
  <p:cmAuthor id="2022" name="pengyu.chenpy" initials="p" lastIdx="0" clrIdx="2021"/>
  <p:cmAuthor id="2023" name="马博" initials="马" lastIdx="0" clrIdx="2022"/>
  <p:cmAuthor id="2024" name="86198" initials="8" lastIdx="0" clrIdx="2023"/>
  <p:cmAuthor id="2025" name="10107538" initials="1" lastIdx="0" clrIdx="2024"/>
  <p:cmAuthor id="2026" name="10181563" initials="1" lastIdx="0" clrIdx="2025"/>
  <p:cmAuthor id="2027" name="chenhx" initials="c" lastIdx="0" clrIdx="2026"/>
  <p:cmAuthor id="2028" name="李金金" initials="李金金" lastIdx="0" clrIdx="2027"/>
  <p:cmAuthor id="2029" name="office" initials="o" lastIdx="0" clrIdx="2028"/>
  <p:cmAuthor id="2030" name="周姣" initials="1" lastIdx="0" clrIdx="2029"/>
  <p:cmAuthor id="2031" name="逸凡 张" initials="逸凡" lastIdx="0" clrIdx="2030"/>
  <p:cmAuthor id="2032" name="王帆" initials="WF" lastIdx="0" clrIdx="2031"/>
  <p:cmAuthor id="2033" name="yerunguo" initials="yerunguo" lastIdx="0" clrIdx="2032"/>
  <p:cmAuthor id="2034" name="Wang, Autumn" initials="W" lastIdx="0" clrIdx="2033"/>
  <p:cmAuthor id="2035" name="liqr" initials="" lastIdx="0" clrIdx="2034"/>
  <p:cmAuthor id="2036" name="gt" initials="g" lastIdx="0" clrIdx="2035"/>
  <p:cmAuthor id="2037" name="ℳℓ云ℳℓ夜" initials="ℳ" lastIdx="0" clrIdx="2036"/>
  <p:cmAuthor id="2038" name="陈楷" initials="陈" lastIdx="0" clrIdx="2037"/>
  <p:cmAuthor id="2039" name="┟` ハ贰鎵_" initials="┟" lastIdx="0" clrIdx="2038"/>
  <p:cmAuthor id="2040" name="长小龙" initials="长" lastIdx="0" clrIdx="2039"/>
  <p:cmAuthor id="2041" name="王子康" initials="王" lastIdx="0" clrIdx="2040"/>
  <p:cmAuthor id="2042" name="邓惟瀚" initials="邓" lastIdx="0" clrIdx="2041"/>
  <p:cmAuthor id="2043" name="冯得源 Deyuan Feng （国际业务事业部）" initials="冯得源" lastIdx="0" clrIdx="2042"/>
  <p:cmAuthor id="2044" name="靳佳东" initials="靳" lastIdx="0" clrIdx="2043"/>
  <p:cmAuthor id="2045" name="Charlotte Williams" initials="C" lastIdx="0" clrIdx="2044"/>
  <p:cmAuthor id="2046" name="caoyq0624" initials="c" lastIdx="0" clrIdx="2045"/>
  <p:cmAuthor id="2047" name="Huxiaojian" initials="H" lastIdx="0" clrIdx="2046"/>
  <p:cmAuthor id="2048" name="cpic" initials="c" lastIdx="0" clrIdx="2047"/>
  <p:cmAuthor id="2049" name="Dongzhichao (Charles)" initials="D(" lastIdx="0" clrIdx="2048"/>
  <p:cmAuthor id="2050" name="孙璐璐" initials="孙" lastIdx="0" clrIdx="2049"/>
  <p:cmAuthor id="2051" name="Bart Baranowski (HI)" initials="B" lastIdx="0" clrIdx="2050"/>
  <p:cmAuthor id="2052" name="YUN Jiayue" initials="Y" lastIdx="0" clrIdx="2051"/>
  <p:cmAuthor id="2053" name="Louise Adamson (HI)" initials="L" lastIdx="0" clrIdx="2052"/>
  <p:cmAuthor id="2054" name="ZYM" initials="Z" lastIdx="0" clrIdx="2053"/>
  <p:cmAuthor id="2055" name="未知用户251" initials="未" lastIdx="0" clrIdx="2054"/>
  <p:cmAuthor id="2056" name="未知用户252" initials="未" lastIdx="0" clrIdx="2055"/>
  <p:cmAuthor id="2057" name="未知用户253" initials="未" lastIdx="0" clrIdx="2056"/>
  <p:cmAuthor id="2058" name="未知用户254" initials="未" lastIdx="0" clrIdx="2057"/>
  <p:cmAuthor id="2059" name="未知用户264" initials="未" lastIdx="0" clrIdx="2058"/>
  <p:cmAuthor id="2060" name="未知用户358" initials="未" lastIdx="0" clrIdx="2059"/>
  <p:cmAuthor id="2061" name="未知用户359" initials="未" lastIdx="0" clrIdx="2060"/>
  <p:cmAuthor id="2062" name="未知用户360" initials="未" lastIdx="0" clrIdx="2061"/>
  <p:cmAuthor id="2063" name="未知用户361" initials="未" lastIdx="0" clrIdx="2062"/>
  <p:cmAuthor id="2064" name="未知用户364" initials="未" lastIdx="0" clrIdx="2063"/>
  <p:cmAuthor id="2065" name="未知用户307" initials="未" lastIdx="0" clrIdx="2064"/>
  <p:cmAuthor id="2066" name="未知用户308" initials="未" lastIdx="0" clrIdx="2065"/>
  <p:cmAuthor id="2067" name="未知用户315" initials="未" lastIdx="0" clrIdx="2066"/>
  <p:cmAuthor id="2068" name="未知用户317" initials="未" lastIdx="0" clrIdx="2067"/>
  <p:cmAuthor id="2069" name="未知用户329" initials="未" lastIdx="0" clrIdx="2068"/>
  <p:cmAuthor id="2070" name="未知用户334" initials="未" lastIdx="0" clrIdx="2069"/>
  <p:cmAuthor id="2071" name="未知用户340" initials="未" lastIdx="0" clrIdx="2070"/>
  <p:cmAuthor id="2072" name="未知用户342" initials="未" lastIdx="0" clrIdx="2071"/>
  <p:cmAuthor id="2073" name="未知用户365" initials="未" lastIdx="0" clrIdx="2072"/>
  <p:cmAuthor id="2074" name="未知用户366" initials="未" lastIdx="0" clrIdx="2073"/>
  <p:cmAuthor id="2075" name="未知用户368" initials="未" lastIdx="0" clrIdx="2074"/>
  <p:cmAuthor id="2076" name="未知用户379" initials="未" lastIdx="0" clrIdx="2075"/>
  <p:cmAuthor id="2077" name="未知用户382" initials="未" lastIdx="0" clrIdx="2076"/>
  <p:cmAuthor id="2078" name="wangxiaoxuan@ha.cmcc" initials="w" lastIdx="0" clrIdx="2077"/>
  <p:cmAuthor id="2079" name="罗 罗" initials="罗" lastIdx="0" clrIdx="2078"/>
  <p:cmAuthor id="2080" name="goulei" initials="g" lastIdx="0" clrIdx="2079"/>
  <p:cmAuthor id="2081" name="jqgao" initials="j" lastIdx="0" clrIdx="2080"/>
  <p:cmAuthor id="2082" name="yinlu" initials="y" lastIdx="0" clrIdx="2081"/>
  <p:cmAuthor id="2083" name="haoli" initials="h" lastIdx="0" clrIdx="2082"/>
  <p:cmAuthor id="2084" name="xddu" initials="x" lastIdx="0" clrIdx="2083"/>
  <p:cmAuthor id="2085" name="朗 月" initials="朗" lastIdx="0" clrIdx="2084"/>
  <p:cmAuthor id="2086" name="cnooc" initials="c" lastIdx="0" clrIdx="2085"/>
  <p:cmAuthor id="2087" name="bjxia" initials="b" lastIdx="0" clrIdx="2086"/>
  <p:cmAuthor id="2088" name="wenle369@sina.com" initials="w" lastIdx="0" clrIdx="2087"/>
  <p:cmAuthor id="2089" name="殷 积波" initials="殷" lastIdx="0" clrIdx="2088"/>
  <p:cmAuthor id="2090" name="启浩" initials="启" lastIdx="0" clrIdx="2089"/>
  <p:cmAuthor id="2091" name="袨?嗴?傤?" initials="袨" lastIdx="0" clrIdx="2090"/>
  <p:cmAuthor id="2092" name="pengding" initials="p" lastIdx="0" clrIdx="2091"/>
  <p:cmAuthor id="2093" name="kdqiang" initials="k" lastIdx="0" clrIdx="2092"/>
  <p:cmAuthor id="2094" name="Li Sky" initials="LS" lastIdx="0" clrIdx="2093"/>
  <p:cmAuthor id="2095" name="J R9" initials="JR" lastIdx="0" clrIdx="2094"/>
  <p:cmAuthor id="2096" name="hzli11" initials="h" lastIdx="0" clrIdx="2095"/>
  <p:cmAuthor id="2097" name="少平" initials="少" lastIdx="0" clrIdx="2096"/>
  <p:cmAuthor id="2098" name="wuzhen1" initials="wuzhen1" lastIdx="0" clrIdx="2097"/>
  <p:cmAuthor id="2099" name="张青曼" initials="张青曼" lastIdx="0" clrIdx="2098"/>
  <p:cmAuthor id="2100" name="Hailong Cui" initials="" lastIdx="0" clrIdx="2099"/>
  <p:cmAuthor id="2101" name="贺胜" initials="贺胜" lastIdx="0" clrIdx="2100"/>
  <p:cmAuthor id="2102" name="吴振" initials="吴" lastIdx="0" clrIdx="2101"/>
  <p:cmAuthor id="2103" name="朱磊" initials="朱" lastIdx="0" clrIdx="2102"/>
  <p:cmAuthor id="2104" name="刘洋" initials="刘洋" lastIdx="0" clrIdx="2103"/>
  <p:cmAuthor id="2105" name="wysun3" initials="w" lastIdx="0" clrIdx="2104"/>
  <p:cmAuthor id="2106" name="yangliu104" initials="y" lastIdx="0" clrIdx="2105"/>
  <p:cmAuthor id="2107" name="伟 李" initials="伟李" lastIdx="0" clrIdx="2106"/>
  <p:cmAuthor id="2108" name="ddzhang18" initials="d" lastIdx="0" clrIdx="2107"/>
  <p:cmAuthor id="2109" name="smkhan" initials="s" lastIdx="0" clrIdx="2108"/>
  <p:cmAuthor id="2110" name="user8246" initials="u" lastIdx="0" clrIdx="2109"/>
  <p:cmAuthor id="2111" name="CMCC" initials="C" lastIdx="0" clrIdx="2110"/>
  <p:cmAuthor id="2112" name="李岩（IT）" initials="李" lastIdx="0" clrIdx="2111"/>
  <p:cmAuthor id="2113" name="13686" initials="1" lastIdx="0" clrIdx="2112"/>
  <p:cmAuthor id="2114" name="周辉" initials="周" lastIdx="0" clrIdx="2113"/>
  <p:cmAuthor id="2115" name="Xinyue Li" initials="X" lastIdx="0" clrIdx="2114"/>
  <p:cmAuthor id="2116" name="郭雨婷" initials="郭" lastIdx="0" clrIdx="2115"/>
  <p:cmAuthor id="2117" name="yanhexin" initials="y" lastIdx="0" clrIdx="2116"/>
  <p:cmAuthor id="2118" name="sunpp" initials="s" lastIdx="0" clrIdx="2117"/>
  <p:cmAuthor id="2119" name="宋瑞芳" initials="宋" lastIdx="0" clrIdx="2118"/>
  <p:cmAuthor id="2120" name="ZhangQianmei-PC" initials="Z" lastIdx="0" clrIdx="2119"/>
  <p:cmAuthor id="2121" name="zzy" initials="z" lastIdx="0" clrIdx="2120"/>
  <p:cmAuthor id="2122" name="黄珂10009187" initials="黄珂10009187" lastIdx="0" clrIdx="2121"/>
  <p:cmAuthor id="2123" name="qyli16" initials="q" lastIdx="0" clrIdx="2122"/>
  <p:cmAuthor id="2124" name="程震01" initials="程" lastIdx="0" clrIdx="2123"/>
  <p:cmAuthor id="2125" name="yanhuang" initials="y" lastIdx="0" clrIdx="2124"/>
  <p:cmAuthor id="2126" name="xinhu11" initials="x" lastIdx="0" clrIdx="2125"/>
  <p:cmAuthor id="2127" name="乔蕾" initials="乔蕾" lastIdx="0" clrIdx="2126"/>
  <p:cmAuthor id="2128" name="何源" initials="何源" lastIdx="0" clrIdx="2127"/>
  <p:cmAuthor id="2129" name="赵远" initials="赵远" lastIdx="0" clrIdx="2128"/>
  <p:cmAuthor id="2130" name="张月华" initials="张月华" lastIdx="0" clrIdx="2129"/>
  <p:cmAuthor id="2131" name="yuanhe5" initials="y" lastIdx="0" clrIdx="2130"/>
  <p:cmAuthor id="2132" name="syzhao11" initials="s" lastIdx="0" clrIdx="2131"/>
  <p:cmAuthor id="2133" name="dimeng" initials="d" lastIdx="0" clrIdx="2132"/>
  <p:cmAuthor id="2134" name="任慧" initials="A" lastIdx="0" clrIdx="2133"/>
  <p:cmAuthor id="2135" name="鄂小凡" initials="鄂小凡" lastIdx="0" clrIdx="2134"/>
  <p:cmAuthor id="2136" name="wang ifly" initials="wi" lastIdx="0" clrIdx="2135"/>
  <p:cmAuthor id="2137" name="赵书源" initials="赵书源" lastIdx="0" clrIdx="2136"/>
  <p:cmAuthor id="2138" name="86153" initials="8" lastIdx="0" clrIdx="2137"/>
  <p:cmAuthor id="2139" name="chwu" initials="c" lastIdx="0" clrIdx="2138"/>
  <p:cmAuthor id="2140" name="Remi" initials="R" lastIdx="0" clrIdx="2139"/>
  <p:cmAuthor id="2141" name="赵乾" initials="赵乾" lastIdx="0" clrIdx="2140"/>
  <p:cmAuthor id="2142" name="haozhou" initials="h" lastIdx="0" clrIdx="2141"/>
  <p:cmAuthor id="2143" name="张若楠" initials="张若楠" lastIdx="0" clrIdx="2142"/>
  <p:cmAuthor id="2144" name="wwba" initials="w" lastIdx="0" clrIdx="2143"/>
  <p:cmAuthor id="2145" name="wang wei" initials="ww" lastIdx="0" clrIdx="2144"/>
  <p:cmAuthor id="2146" name="zhouying" initials="ZY" lastIdx="0" clrIdx="2145"/>
  <p:cmAuthor id="2147" name="renyina" initials="r" lastIdx="0" clrIdx="2146"/>
  <p:cmAuthor id="2148" name="PJ Landwehrle" initials="P" lastIdx="0" clrIdx="2147"/>
  <p:cmAuthor id="2149" name="zhangjingjing-033" initials="z" lastIdx="0" clrIdx="2148"/>
  <p:cmAuthor id="2150" name="核保" initials="核" lastIdx="0" clrIdx="2149"/>
  <p:cmAuthor id="2151" name="杨涛-lah" initials="杨" lastIdx="0" clrIdx="2150"/>
  <p:cmAuthor id="2152" name="wanghao31" initials="w" lastIdx="0" clrIdx="2151"/>
  <p:cmAuthor id="2153" name="zhouyiming" initials="z" lastIdx="0" clrIdx="2152"/>
  <p:cmAuthor id="2154" name="季玉洁" initials="季" lastIdx="0" clrIdx="2153"/>
  <p:cmAuthor id="2155" name="姚琴" initials="姚琴" lastIdx="0" clrIdx="2154"/>
  <p:cmAuthor id="2156" name="陈依依" initials="陈" lastIdx="0" clrIdx="2155"/>
  <p:cmAuthor id="2157" name="李秋静" initials="李" lastIdx="0" clrIdx="2156"/>
  <p:cmAuthor id="2158" name="实习生_严政宇" initials="实" lastIdx="0" clrIdx="2157"/>
  <p:cmAuthor id="2159" name="陈林" initials="陈" lastIdx="0" clrIdx="2158"/>
  <p:cmAuthor id="2160" name="jing.xue" initials="j" lastIdx="0" clrIdx="2159"/>
  <p:cmAuthor id="2161" name="刘思蜀" initials="刘" lastIdx="0" clrIdx="2160"/>
  <p:cmAuthor id="2162" name="方方" initials="方" lastIdx="0" clrIdx="2161"/>
  <p:cmAuthor id="2163" name="tuhh" initials="t" lastIdx="0" clrIdx="2162"/>
  <p:cmAuthor id="2164" name="庞付娟" initials="庞" lastIdx="0" clrIdx="2163"/>
  <p:cmAuthor id="2165" name="hy-tkyl" initials="h" lastIdx="0" clrIdx="2164"/>
  <p:cmAuthor id="2166" name="黄元" initials="黄" lastIdx="0" clrIdx="2165"/>
  <p:cmAuthor id="2167" name="胡君" initials="胡" lastIdx="0" clrIdx="2166"/>
  <p:cmAuthor id="2168" name="FrogPrince1121" initials="F" lastIdx="0" clrIdx="2167"/>
  <p:cmAuthor id="2169" name="stillu" initials="s" lastIdx="0" clrIdx="2168"/>
  <p:cmAuthor id="2170" name="孟 兵" initials="孟" lastIdx="0" clrIdx="2169"/>
  <p:cmAuthor id="2171" name="Ab133" initials="A" lastIdx="0" clrIdx="2170"/>
  <p:cmAuthor id="2172" name="黄忠孝" initials="黄" lastIdx="0" clrIdx="2171"/>
  <p:cmAuthor id="2173" name="13701792343@139.com" initials="1" lastIdx="0" clrIdx="2172"/>
  <p:cmAuthor id="2174" name="Lei Ray" initials="LR" lastIdx="0" clrIdx="2173"/>
  <p:cmAuthor id="2175" name="Yan Jin (IB)" initials="YJ(" lastIdx="0" clrIdx="2174"/>
  <p:cmAuthor id="2176" name="Yijia Yang" initials="YY" lastIdx="0" clrIdx="2175"/>
  <p:cmAuthor id="2177" name="～_～" initials="～" lastIdx="0" clrIdx="2176"/>
  <p:cmAuthor id="2178" name="王敬民" initials="王" lastIdx="0" clrIdx="2177"/>
  <p:cmAuthor id="2179" name="过眼云烟" initials="过" lastIdx="0" clrIdx="2178"/>
  <p:cmAuthor id="2180" name="玉娟" initials="玉" lastIdx="0" clrIdx="2179"/>
  <p:cmAuthor id="2181" name="A8100" initials="" lastIdx="0" clrIdx="2180"/>
  <p:cmAuthor id="2182" name="张小山" initials="张" lastIdx="0" clrIdx="2181"/>
  <p:cmAuthor id="2183" name="小皮蛋" initials="小" lastIdx="0" clrIdx="2182"/>
  <p:cmAuthor id="2184" name="世一" initials="世" lastIdx="0" clrIdx="2183"/>
  <p:cmAuthor id="2185" name="话不多。" initials="话" lastIdx="0" clrIdx="2184"/>
  <p:cmAuthor id="2186" name="鞦末掃嶪" initials="鞦" lastIdx="0" clrIdx="2185"/>
  <p:cmAuthor id="2187" name="zhuqy3" initials="z" lastIdx="0" clrIdx="2186"/>
  <p:cmAuthor id="2188" name="пользователь Microsoft Office" initials="п" lastIdx="0" clrIdx="2187"/>
  <p:cmAuthor id="2189" name="素质教育推动者" initials="素" lastIdx="0" clrIdx="2188"/>
  <p:cmAuthor id="2190" name="高胖欧巴" initials="高" lastIdx="0" clrIdx="2189"/>
  <p:cmAuthor id="2191" name="Sylvia-" initials="S" lastIdx="0" clrIdx="2190"/>
  <p:cmAuthor id="2192" name="王O_oQQ" initials="王" lastIdx="0" clrIdx="2191"/>
  <p:cmAuthor id="2193" name="四塘主" initials="四" lastIdx="0" clrIdx="2192"/>
  <p:cmAuthor id="2194" name="binbintongtong" initials="b" lastIdx="0" clrIdx="2193"/>
  <p:cmAuthor id="2195" name="子小T光军" initials="子" lastIdx="0" clrIdx="2194"/>
  <p:cmAuthor id="2196" name="SUPER" initials="S" lastIdx="0" clrIdx="2195"/>
  <p:cmAuthor id="2197" name="张伟凡" initials="zhangwf" lastIdx="0" clrIdx="2196"/>
  <p:cmAuthor id="2198" name="北冥有鱼" initials="北" lastIdx="0" clrIdx="2197"/>
  <p:cmAuthor id="2199" name="sun" initials="s" lastIdx="0" clrIdx="2198"/>
  <p:cmAuthor id="2200" name="付莉莉" initials="付" lastIdx="0" clrIdx="2199"/>
  <p:cmAuthor id="2201" name="殷一非" initials="殷" lastIdx="0" clrIdx="2200"/>
  <p:cmAuthor id="2202" name="吴铭轩" initials="吴" lastIdx="0" clrIdx="2201"/>
  <p:cmAuthor id="2203" name="崔雪平" initials="崔雪平" lastIdx="0" clrIdx="2202"/>
  <p:cmAuthor id="2204" name="刘海娜|liuhaina" initials="W用" lastIdx="0" clrIdx="2203"/>
  <p:cmAuthor id="2205" name="WPS_1668126963" initials="W" lastIdx="0" clrIdx="2204"/>
  <p:cmAuthor id="2206" name="Mo Zhou" initials="MZ" lastIdx="0" clrIdx="2205"/>
  <p:cmAuthor id="2207" name="傲宇凌天" initials="傲" lastIdx="0" clrIdx="2206"/>
  <p:cmAuthor id="2208" name="修心静月" initials="修" lastIdx="0" clrIdx="2207"/>
  <p:cmAuthor id="2209" name="糕酥...●—●" initials="糕" lastIdx="0" clrIdx="2208"/>
  <p:cmAuthor id="2210" name="下雨天好烦" initials="下" lastIdx="0" clrIdx="2209"/>
  <p:cmAuthor id="2211" name="Sheen" initials="S" lastIdx="0" clrIdx="2210"/>
  <p:cmAuthor id="2212" name="Glenice" initials="G" lastIdx="0" clrIdx="2211"/>
  <p:cmAuthor id="2213" name="Chita Liu" initials="C" lastIdx="0" clrIdx="2212"/>
  <p:cmAuthor id="2214" name="大攀" initials="大" lastIdx="0" clrIdx="2213"/>
  <p:cmAuthor id="2215" name="Sixteen" initials="S" lastIdx="0" clrIdx="2214"/>
  <p:cmAuthor id="2216" name="WPS_1700055720" initials="W" lastIdx="0" clrIdx="2215"/>
  <p:cmAuthor id="2217" name="vivian" initials="v" lastIdx="0" clrIdx="2216"/>
  <p:cmAuthor id="2218" name="用户1" initials="用" lastIdx="0" clrIdx="2217"/>
  <p:cmAuthor id="2219" name="ytli6" initials="y" lastIdx="0" clrIdx="2218"/>
  <p:cmAuthor id="2220" name="XZ25" initials="x" lastIdx="0" clrIdx="2219"/>
  <p:cmAuthor id="2221" name="ylzhu30" initials="y" lastIdx="0" clrIdx="2220"/>
  <p:cmAuthor id="2222" name="rangu" initials="r" lastIdx="0" clrIdx="2221"/>
  <p:cmAuthor id="2223" name="HZS00" initials="H" lastIdx="0" clrIdx="2222"/>
  <p:cmAuthor id="2224" name="孙圈圈" initials="孙" lastIdx="0" clrIdx="2223"/>
  <p:cmAuthor id="2225" name="GUO ZI" initials="GZ" lastIdx="0" clrIdx="2224"/>
  <p:cmAuthor id="2226" name="absurdus" initials="a" lastIdx="0" clrIdx="2225"/>
  <p:cmAuthor id="2227" name="张鑫" initials="张" lastIdx="0" clrIdx="2226"/>
  <p:cmAuthor id="2228" name="韩林松" initials="a" lastIdx="0" clrIdx="2227"/>
  <p:cmAuthor id="2229" name="llfu" initials="l" lastIdx="0" clrIdx="2228"/>
  <p:cmAuthor id="2230" name="刘德超" initials="刘" lastIdx="0" clrIdx="2229"/>
  <p:cmAuthor id="2231" name="macos" initials="m" lastIdx="0" clrIdx="2230"/>
  <p:cmAuthor id="2232" name="jianxu20" initials="j" lastIdx="0" clrIdx="2231"/>
  <p:cmAuthor id="2233" name="zhechen15" initials="z" lastIdx="0" clrIdx="2232"/>
  <p:cmAuthor id="2234" name="吴萍pingwu2" initials="吴" lastIdx="0" clrIdx="2233"/>
  <p:cmAuthor id="2235" name="楠·Anne" initials="a" lastIdx="0" clrIdx="2234"/>
  <p:cmAuthor id="2236" name="yjli8" initials="y" lastIdx="0" clrIdx="2235"/>
  <p:cmAuthor id="2237" name="10073055" initials="1" lastIdx="0" clrIdx="2236"/>
  <p:cmAuthor id="2238" name="rnzhang9" initials="r" lastIdx="0" clrIdx="2237"/>
  <p:cmAuthor id="2239" name="爱上稻草人" initials="爱" lastIdx="0" clrIdx="2238"/>
  <p:cmAuthor id="2240" name="ruizhang12" initials="r" lastIdx="0" clrIdx="2239"/>
  <p:cmAuthor id="2241" name="xyhu25" initials="x" lastIdx="0" clrIdx="2240"/>
  <p:cmAuthor id="2242" name="zhzhang44" initials="z" lastIdx="0" clrIdx="2241"/>
  <p:cmAuthor id="2243" name="ygcheng" initials="y" lastIdx="0" clrIdx="2242"/>
  <p:cmAuthor id="2244" name="Cushion" initials="C" lastIdx="0" clrIdx="2243"/>
  <p:cmAuthor id="2245" name="mhhu4" initials="m" lastIdx="0" clrIdx="2244"/>
  <p:cmAuthor id="2246" name="jwgao11" initials="j" lastIdx="0" clrIdx="2245"/>
  <p:cmAuthor id="2247" name="wuxian" initials="w" lastIdx="0" clrIdx="2246"/>
  <p:cmAuthor id="2248" name="19393" initials="1" lastIdx="0" clrIdx="2247"/>
  <p:cmAuthor id="2249" name="mctang2" initials="m" lastIdx="0" clrIdx="2248"/>
  <p:cmAuthor id="2250" name="zxqian7" initials="z" lastIdx="0" clrIdx="2249"/>
  <p:cmAuthor id="2251" name="yfzhao24" initials="y" lastIdx="0" clrIdx="2250"/>
  <p:cmAuthor id="2252" name="ttzou" initials="t" lastIdx="0" clrIdx="2251"/>
  <p:cmAuthor id="2253" name="leige2" initials="l" lastIdx="0" clrIdx="2252"/>
  <p:cmAuthor id="2254" name="jyxie11" initials="j" lastIdx="0" clrIdx="2253"/>
  <p:cmAuthor id="2255" name="zhizhou" initials="z" lastIdx="0" clrIdx="2254"/>
  <p:cmAuthor id="2256" name="symeng4" initials="s" lastIdx="0" clrIdx="2255"/>
  <p:cmAuthor id="2257" name="wjfu5" initials="w" lastIdx="0" clrIdx="2256"/>
  <p:cmAuthor id="2258" name="醉江南" initials="醉" lastIdx="0" clrIdx="2257"/>
  <p:cmAuthor id="2259" name="xyqi6" initials="x" lastIdx="0" clrIdx="2258"/>
  <p:cmAuthor id="2260" name="xiangfeng" initials="x" lastIdx="0" clrIdx="2259"/>
  <p:cmAuthor id="2261" name="PPTer_Tang" initials="z" lastIdx="0" clrIdx="2260"/>
  <p:cmAuthor id="2262" name="韩 萌" initials="韩" lastIdx="0" clrIdx="2261"/>
  <p:cmAuthor id="2263" name="樊磊硕" initials="樊磊硕" lastIdx="0" clrIdx="2262"/>
  <p:cmAuthor id="2264" name="hhlin@iflytek.com" initials="h" lastIdx="0" clrIdx="2263"/>
  <p:cmAuthor id="2265" name="dongguan2" initials="d" lastIdx="0" clrIdx="2264"/>
  <p:cmAuthor id="2266" name="18651" initials="1" lastIdx="0" clrIdx="2265"/>
  <p:cmAuthor id="2267" name="pc" initials="p" lastIdx="0" clrIdx="2266"/>
  <p:cmAuthor id="2268" name="于三人" initials="xu" lastIdx="0" clrIdx="2267"/>
  <p:cmAuthor id="2269" name="iflytek" initials="i" lastIdx="0" clrIdx="2268"/>
  <p:cmAuthor id="2270" name="13522" initials="1" lastIdx="0" clrIdx="2269"/>
  <p:cmAuthor id="2271" name="崟" initials="崟" lastIdx="0" clrIdx="2270"/>
  <p:cmAuthor id="2272" name="袁威" initials="Arvil" lastIdx="0" clrIdx="2271"/>
  <p:cmAuthor id="2273" name="qm" initials="q" lastIdx="0" clrIdx="2272"/>
  <p:cmAuthor id="2274" name="chengxiang" initials="c" lastIdx="0" clrIdx="2273"/>
  <p:cmAuthor id="2275" name="JaneWang" initials="J" lastIdx="0" clrIdx="2274"/>
  <p:cmAuthor id="2276" name="李杏" initials="李" lastIdx="0" clrIdx="2275"/>
  <p:cmAuthor id="2277" name="pcty" initials="p" lastIdx="0" clrIdx="2276"/>
  <p:cmAuthor id="2278" name="张建勇" initials="u" lastIdx="0" clrIdx="2277"/>
  <p:cmAuthor id="2279" name="yuemu" initials="y" lastIdx="0" clrIdx="2278"/>
  <p:cmAuthor id="2280" name="ycsun5" initials="y" lastIdx="0" clrIdx="2279"/>
  <p:cmAuthor id="2281" name="曹宇" initials="曹" lastIdx="0" clrIdx="2280"/>
  <p:cmAuthor id="2282" name="殷兵" initials="殷兵" lastIdx="0" clrIdx="2281"/>
  <p:cmAuthor id="2283" name="陈驹洲" initials="陈" lastIdx="0" clrIdx="2282"/>
  <p:cmAuthor id="2284" name="wangchangkun@cmhi.cmcc" initials="wangchangkun@cmhi.cmcc" lastIdx="0" clrIdx="2283"/>
  <p:cmAuthor id="2285" name="DELL-5490" initials="D" lastIdx="0" clrIdx="2284"/>
  <p:cmAuthor id="2286" name="朱 智源" initials="朱" lastIdx="0" clrIdx="2285"/>
  <p:cmAuthor id="2287" name="张望喜" initials="张望喜" lastIdx="0" clrIdx="2286"/>
  <p:cmAuthor id="2288" name="金巧" initials="金" lastIdx="0" clrIdx="2287"/>
  <p:cmAuthor id="2289" name="Masquerade" initials="M" lastIdx="0" clrIdx="2288"/>
  <p:cmAuthor id="2290" name="刘伟" initials="刘" lastIdx="0" clrIdx="2289"/>
  <p:cmAuthor id="2291" name="flona" initials="f" lastIdx="0" clrIdx="2290"/>
  <p:cmAuthor id="2292" name="什彩医" initials="什" lastIdx="0" clrIdx="2291"/>
  <p:cmAuthor id="2293" name="zhou Martin" initials="z" lastIdx="0" clrIdx="2292"/>
  <p:cmAuthor id="2294" name="jingxiao" initials="j" lastIdx="0" clrIdx="2293"/>
  <p:cmAuthor id="2295" name="刘莉" initials="刘莉" lastIdx="0" clrIdx="2294"/>
  <p:cmAuthor id="2296" name="liliu24" initials="l" lastIdx="0" clrIdx="2295"/>
  <p:cmAuthor id="2297" name="WangQiyu" initials="W" lastIdx="0" clrIdx="2296"/>
  <p:cmAuthor id="2298" name="毛香勤" initials="毛" lastIdx="0" clrIdx="2297"/>
  <p:cmAuthor id="2299" name="Meredith Kalish" initials="M" lastIdx="0" clrIdx="2298"/>
  <p:cmAuthor id="2300" name="PP" initials="P" lastIdx="0" clrIdx="2299"/>
  <p:cmAuthor id="2301" name="束柬" initials="束" lastIdx="0" clrIdx="2300"/>
  <p:cmAuthor id="2302" name="ykyu4" initials="ykyu4" lastIdx="0" clrIdx="2301"/>
  <p:cmAuthor id="2303" name="汤弘" initials="汤弘" lastIdx="0" clrIdx="2302"/>
  <p:cmAuthor id="2304" name="Hu Jiaqi" initials="HJ" lastIdx="0" clrIdx="2303"/>
  <p:cmAuthor id="2305" name="高建清" initials="高建清" lastIdx="0" clrIdx="2304"/>
  <p:cmAuthor id="2306" name="Yu Han COOEC CANADA" initials="Y" lastIdx="0" clrIdx="2305"/>
  <p:cmAuthor id="2307" name="孙彩虹" initials="孙" lastIdx="0" clrIdx="2306"/>
  <p:cmAuthor id="2308" name="校审01" initials="Y" lastIdx="0" clrIdx="2307"/>
  <p:cmAuthor id="2309" name="王煜淞" initials="王" lastIdx="0" clrIdx="2308"/>
  <p:cmAuthor id="2310" name="qhsun2" initials="q" lastIdx="0" clrIdx="2309"/>
  <p:cmAuthor id="2311" name="谷冉" initials="谷冉" lastIdx="0" clrIdx="2310"/>
  <p:cmAuthor id="2312" name="xzpang2" initials="x" lastIdx="0" clrIdx="2311"/>
  <p:cmAuthor id="2313" name="张璐" initials="张" lastIdx="0" clrIdx="2312"/>
  <p:cmAuthor id="2314" name="Fanny" initials="F" lastIdx="0" clrIdx="2313"/>
  <p:cmAuthor id="2315" name="ckf69968" initials="c" lastIdx="0" clrIdx="2314"/>
  <p:cmAuthor id="2316" name="陈祖吉" initials="陈祖吉" lastIdx="0" clrIdx="2315"/>
  <p:cmAuthor id="2317" name="许晓嘉" initials="许晓嘉" lastIdx="0" clrIdx="2316"/>
  <p:cmAuthor id="2318" name="ppwang4" initials="p" lastIdx="0" clrIdx="2317"/>
  <p:cmAuthor id="2319" name="yfshao" initials="S" lastIdx="0" clrIdx="2318"/>
  <p:cmAuthor id="2320" name="jqzhang14" initials="j" lastIdx="0" clrIdx="2319"/>
  <p:cmAuthor id="2321" name="宋聪" initials="宋聪" lastIdx="0" clrIdx="2320"/>
  <p:cmAuthor id="2322" name="hygong2" initials="h" lastIdx="0" clrIdx="2321"/>
  <p:cmAuthor id="2323" name="glxu" initials="g" lastIdx="0" clrIdx="2322"/>
  <p:cmAuthor id="2324" name="lywang26" initials="l" lastIdx="0" clrIdx="2323"/>
  <p:cmAuthor id="2325" name="wjyang8" initials="w" lastIdx="0" clrIdx="2324"/>
  <p:cmAuthor id="2326" name="xbpang2" initials="x" lastIdx="0" clrIdx="2325"/>
  <p:cmAuthor id="2327" name="qipeng5201314@outlook.com" initials="" lastIdx="0" clrIdx="2326"/>
  <p:cmAuthor id="2328" name="杨超" initials="杨" lastIdx="0" clrIdx="2327"/>
  <p:cmAuthor id="2329" name="gtmc" initials="g" lastIdx="0" clrIdx="2328"/>
  <p:cmAuthor id="2330" name="chunsong_hu" initials="c" lastIdx="0" clrIdx="2329"/>
  <p:cmAuthor id="2331" name="yywu31" initials="y" lastIdx="0" clrIdx="2330"/>
  <p:cmAuthor id="2332" name="yupu3" initials="y" lastIdx="0" clrIdx="2331"/>
  <p:cmAuthor id="2333" name="bancheng" initials="b" lastIdx="0" clrIdx="2332"/>
  <p:cmAuthor id="2334" name="榕树下的村口" initials="榕" lastIdx="0" clrIdx="2333"/>
  <p:cmAuthor id="2335" name="M.eng" initials="M" lastIdx="0" clrIdx="2334"/>
  <p:cmAuthor id="2336" name="MI" initials="M" lastIdx="0" clrIdx="2335"/>
  <p:cmAuthor id="2337" name="徐文_7nQzi2Mr" initials="authorId_570827183" lastIdx="0" clrIdx="2336"/>
  <p:cmAuthor id="2338" name="周浩" initials="周" lastIdx="0" clrIdx="2337"/>
  <p:cmAuthor id="2339" name="M Y" initials="M" lastIdx="0" clrIdx="2338"/>
  <p:cmAuthor id="2340" name="fgdrycssjifev" initials="f" lastIdx="0" clrIdx="2339"/>
  <p:cmAuthor id="2341" name="王雯" initials="王" lastIdx="0" clrIdx="2340"/>
  <p:cmAuthor id="2342" name="小熊睡不醒" initials="小" lastIdx="0" clrIdx="2341"/>
  <p:cmAuthor id="2343" name="姚敏" initials="姚" lastIdx="0" clrIdx="2342"/>
  <p:cmAuthor id="2344" name="粥兮兮" initials="粥" lastIdx="0" clrIdx="2343"/>
  <p:cmAuthor id="2345" name="hshuang" initials="h" lastIdx="0" clrIdx="2344"/>
  <p:cmAuthor id="2346" name="媛媛" initials="媛" lastIdx="0" clrIdx="2345"/>
  <p:cmAuthor id="2347" name="yansheng" initials="y" lastIdx="0" clrIdx="2346"/>
  <p:cmAuthor id="2348" name="好想" initials="好" lastIdx="0" clrIdx="2347"/>
  <p:cmAuthor id="2349" name="张瑞尼" initials="authorId_327550691" lastIdx="0" clrIdx="2348"/>
  <p:cmAuthor id="2350" name="fangl" initials="f" lastIdx="0" clrIdx="2349"/>
  <p:cmAuthor id="2351" name="muyan" initials="m" lastIdx="0" clrIdx="2350"/>
  <p:cmAuthor id="2352" name="大虾 锅" initials="" lastIdx="0" clrIdx="2351"/>
  <p:cmAuthor id="2353" name="宇 王" initials="宇王" lastIdx="0" clrIdx="2352"/>
  <p:cmAuthor id="2354" name="x" initials="x" lastIdx="0" clrIdx="2353"/>
  <p:cmAuthor id="2355" name="LUO CHENG" initials="L" lastIdx="0" clrIdx="2354"/>
  <p:cmAuthor id="2356" name="shenyanning-001" initials="s" lastIdx="0" clrIdx="2355"/>
  <p:cmAuthor id="2357" name="Lesley ^∞^" initials="L" lastIdx="0" clrIdx="2356"/>
  <p:cmAuthor id="2358" name="Evander Wan" initials="E" lastIdx="0" clrIdx="2357"/>
  <p:cmAuthor id="2359" name="郭成报" initials="郭" lastIdx="0" clrIdx="2358"/>
  <p:cmAuthor id="2360" name="谢静波" initials="谢" lastIdx="0" clrIdx="2359"/>
  <p:cmAuthor id="2361" name="zcy" initials="z" lastIdx="0" clrIdx="2360"/>
  <p:cmAuthor id="2362" name="肖雪杉" initials="肖雪杉" lastIdx="0" clrIdx="2361"/>
  <p:cmAuthor id="2363" name="崔艳鹏" initials="崔" lastIdx="0" clrIdx="2362"/>
  <p:cmAuthor id="2364" name="chenjy1018@outlook.com" initials="c" lastIdx="0" clrIdx="2363"/>
  <p:cmAuthor id="2365" name="丁喆彤" initials="丁" lastIdx="0" clrIdx="2364"/>
  <p:cmAuthor id="2366" name="Eliva Sun" initials="E" lastIdx="0" clrIdx="2365"/>
  <p:cmAuthor id="2367" name="张辉" initials="张" lastIdx="0" clrIdx="2366"/>
  <p:cmAuthor id="2368" name="hainan zheng" initials="h" lastIdx="0" clrIdx="2367"/>
  <p:cmAuthor id="2369" name="红旗的理想" initials="红" lastIdx="0" clrIdx="2368"/>
  <p:cmAuthor id="2370" name="邢绍文" initials="邢" lastIdx="0" clrIdx="2369"/>
  <p:cmAuthor id="2371" name="shq316" initials="s" lastIdx="0" clrIdx="2370"/>
  <p:cmAuthor id="2372" name="Vinshinefive@163.com" initials="V" lastIdx="0" clrIdx="2371"/>
  <p:cmAuthor id="2373" name="陶 洋" initials="陶" lastIdx="0" clrIdx="2372"/>
  <p:cmAuthor id="2374" name="shq316@vod365.com" initials="s" lastIdx="0" clrIdx="2373"/>
  <p:cmAuthor id="2375" name="LZ" initials="L" lastIdx="0" clrIdx="2374"/>
  <p:cmAuthor id="2376" name="yang fengyu" initials="yf" lastIdx="0" clrIdx="2375"/>
  <p:cmAuthor id="2377" name="李 鑫" initials="李" lastIdx="0" clrIdx="2376"/>
  <p:cmAuthor id="2378" name="woody" initials="w" lastIdx="0" clrIdx="2377"/>
  <p:cmAuthor id="2379" name="wu woody" initials="ww" lastIdx="0" clrIdx="2378"/>
  <p:cmAuthor id="2380" name="cyklovevv" initials="c" lastIdx="0" clrIdx="2379"/>
  <p:cmAuthor id="2381" name="zhouMa" initials="z" lastIdx="0" clrIdx="2380"/>
  <p:cmAuthor id="2382" name="占萌萌" initials="占萌萌" lastIdx="0" clrIdx="2381"/>
  <p:cmAuthor id="2383" name="行者" initials="行者" lastIdx="0" clrIdx="2382"/>
  <p:cmAuthor id="2384" name="面包" initials="面" lastIdx="0" clrIdx="2383"/>
  <p:cmAuthor id="2385" name="徐斌" initials="徐斌" lastIdx="0" clrIdx="2384"/>
  <p:cmAuthor id="2386" name="Lei Sun" initials="LS" lastIdx="0" clrIdx="2385"/>
  <p:cmAuthor id="2387" name="Microsoft" initials="M" lastIdx="0" clrIdx="2386"/>
  <p:cmAuthor id="2388" name="夏菲菲" initials="夏菲菲" lastIdx="0" clrIdx="2387"/>
  <p:cmAuthor id="2389" name="lili" initials="lili" lastIdx="0" clrIdx="2388"/>
  <p:cmAuthor id="2390" name="Ronoy" initials="R" lastIdx="0" clrIdx="2389"/>
  <p:cmAuthor id="2391" name="施丽勤_uMzuu63y" initials="authorId_279398808" lastIdx="0" clrIdx="2390"/>
  <p:cmAuthor id="2392" name="王宏亮_YNVvFRZr" initials="authorId_424856759" lastIdx="0" clrIdx="2391"/>
  <p:cmAuthor id="2393" name="刘鑫" initials="刘" lastIdx="0" clrIdx="2392"/>
  <p:cmAuthor id="2394" name="feng wei" initials="f" lastIdx="0" clrIdx="2393"/>
  <p:cmAuthor id="2395" name="yin gang" initials="yg" lastIdx="0" clrIdx="2394"/>
  <p:cmAuthor id="2396" name="sjma2" initials="s" lastIdx="0" clrIdx="2395"/>
  <p:cmAuthor id="2397" name="xiaoya" initials="x" lastIdx="0" clrIdx="2396"/>
  <p:cmAuthor id="2398" name="李武略的哥" initials="李" lastIdx="0" clrIdx="2397"/>
  <p:cmAuthor id="2399" name="zhenfan3" initials="z" lastIdx="0" clrIdx="2398"/>
  <p:cmAuthor id="2400" name="yyzhou23" initials="y" lastIdx="0" clrIdx="2399"/>
  <p:cmAuthor id="2401" name="影联" initials="影" lastIdx="0" clrIdx="2400"/>
  <p:cmAuthor id="2402" name="吴青青" initials="吴" lastIdx="0" clrIdx="2401"/>
  <p:cmAuthor id="2403" name="讯飞-石楠" initials="讯" lastIdx="0" clrIdx="2402"/>
  <p:cmAuthor id="2404" name="yaozhang10" initials="y" lastIdx="0" clrIdx="2403"/>
  <p:cmAuthor id="2405" name="刘碗瑜" initials="刘" lastIdx="0" clrIdx="2404"/>
  <p:cmAuthor id="2406" name="壹米陽光1400580388" initials="壹" lastIdx="0" clrIdx="2405"/>
  <p:cmAuthor id="2407" name="进步青年" initials="进" lastIdx="0" clrIdx="2406"/>
  <p:cmAuthor id="2408" name="丹" initials="丹" lastIdx="0" clrIdx="2407"/>
  <p:cmAuthor id="2409" name="yjmei" initials="y" lastIdx="0" clrIdx="2408"/>
  <p:cmAuthor id="2410" name="wuhui" initials="w" lastIdx="0" clrIdx="2409"/>
  <p:cmAuthor id="2411" name="llli35" initials="l" lastIdx="0" clrIdx="2410"/>
  <p:cmAuthor id="2412" name="颜敏" initials="颜" lastIdx="0" clrIdx="2411"/>
  <p:cmAuthor id="2413" name="李盼" initials="李" lastIdx="0" clrIdx="2412"/>
  <p:cmAuthor id="2414" name="史国悦" initials="史" lastIdx="0" clrIdx="2413"/>
  <p:cmAuthor id="2415" name="S" initials="S" lastIdx="0" clrIdx="2414"/>
  <p:cmAuthor id="2416" name="CMIT-Wangting" initials="C" lastIdx="0" clrIdx="2415"/>
  <p:cmAuthor id="2417" name="liujing" initials="l" lastIdx="0" clrIdx="2416"/>
  <p:cmAuthor id="2418" name="天顾" initials="天" lastIdx="0" clrIdx="2417"/>
  <p:cmAuthor id="2419" name="zhifubao" initials="z" lastIdx="0" clrIdx="2418"/>
  <p:cmAuthor id="2420" name="xghuang2" initials="x" lastIdx="0" clrIdx="2419"/>
  <p:cmAuthor id="2421" name="Xin Mingyu" initials="XM" lastIdx="0" clrIdx="2420"/>
  <p:cmAuthor id="2422" name="张迪" initials="张" lastIdx="0" clrIdx="2421"/>
  <p:cmAuthor id="2423" name="xiujin" initials="x" lastIdx="0" clrIdx="2422"/>
  <p:cmAuthor id="2424" name="jiangmanman" initials="j" lastIdx="0" clrIdx="2423"/>
  <p:cmAuthor id="2425" name="明月浅兮" initials="明" lastIdx="0" clrIdx="2424"/>
  <p:cmAuthor id="2426" name="WYX" initials="W" lastIdx="0" clrIdx="2425"/>
  <p:cmAuthor id="2427" name="Miss Cheese" initials="" lastIdx="0" clrIdx="2426"/>
  <p:cmAuthor id="2428" name="浓密秀发王小余" initials="浓" lastIdx="0" clrIdx="2427"/>
  <p:cmAuthor id="2429" name="吴岷雪" initials="吴" lastIdx="0" clrIdx="2428"/>
  <p:cmAuthor id="2430" name="yjxuan2" initials="y" lastIdx="0" clrIdx="2429"/>
  <p:cmAuthor id="2431" name="h.c.y" initials="h" lastIdx="0" clrIdx="2430"/>
  <p:cmAuthor id="2432" name="wangcheng" initials="w" lastIdx="0" clrIdx="2431"/>
  <p:cmAuthor id="2433" name="孙铭阳" initials="孙" lastIdx="0" clrIdx="2432"/>
  <p:cmAuthor id="2434" name="讯飞朱宇" initials="讯" lastIdx="0" clrIdx="2433"/>
  <p:cmAuthor id="2435" name="小小的太阳" initials="小" lastIdx="0" clrIdx="2434"/>
  <p:cmAuthor id="2436" name="到处玩的" initials="到" lastIdx="0" clrIdx="2435"/>
  <p:cmAuthor id="2437" name="翊超 栗" initials="翊栗" lastIdx="0" clrIdx="2436"/>
  <p:cmAuthor id="2438" name="宋妙思" initials="宋" lastIdx="0" clrIdx="2437"/>
  <p:cmAuthor id="2439" name="无二独一" initials="无" lastIdx="0" clrIdx="2438"/>
  <p:cmAuthor id="2440" name="qqwu21" initials="q" lastIdx="0" clrIdx="2439"/>
  <p:cmAuthor id="2441" name="维坤" initials="维" lastIdx="0" clrIdx="2440"/>
  <p:cmAuthor id="2442" name="春子" initials="春" lastIdx="0" clrIdx="2441"/>
  <p:cmAuthor id="2443" name="正直贺" initials="正" lastIdx="0" clrIdx="2442"/>
  <p:cmAuthor id="2444" name="huiyao3" initials="h" lastIdx="0" clrIdx="2443"/>
  <p:cmAuthor id="2445" name="jhliu37" initials="j" lastIdx="0" clrIdx="2444"/>
  <p:cmAuthor id="2446" name="小双" initials="小" lastIdx="0" clrIdx="2445"/>
  <p:cmAuthor id="2447" name="Tomorrow" initials="T" lastIdx="0" clrIdx="2446"/>
  <p:cmAuthor id="2448" name="zw zhou" initials="zz" lastIdx="0" clrIdx="2447"/>
  <p:cmAuthor id="2449" name="鲍先森" initials="鲍" lastIdx="0" clrIdx="2448"/>
  <p:cmAuthor id="2450" name="洋葱头" initials="洋" lastIdx="0" clrIdx="2449"/>
  <p:cmAuthor id="2451" name="未知的使用者195" initials="未" lastIdx="0" clrIdx="2450"/>
  <p:cmAuthor id="2452" name="Brandy1386999242" initials="B" lastIdx="0" clrIdx="2451"/>
  <p:cmAuthor id="2453" name="宁文文" initials="宁" lastIdx="0" clrIdx="2452"/>
  <p:cmAuthor id="2454" name="liubin (AD)" initials="l(" lastIdx="0" clrIdx="2453"/>
  <p:cmAuthor id="2455" name="林志强" initials="林" lastIdx="0" clrIdx="2454"/>
  <p:cmAuthor id="2456" name="范晓龙" initials="范晓龙" lastIdx="0" clrIdx="2455"/>
  <p:cmAuthor id="2457" name="陈梦云" initials="陈梦云" lastIdx="0" clrIdx="2456"/>
  <p:cmAuthor id="2458" name="jmpcyc" initials="j" lastIdx="0" clrIdx="2457"/>
  <p:cmAuthor id="2459" name="0049628" initials="0" lastIdx="0" clrIdx="2458"/>
  <p:cmAuthor id="2460" name="王大力" initials="王" lastIdx="0" clrIdx="2459"/>
  <p:cmAuthor id="2461" name="ymm" initials="y" lastIdx="0" clrIdx="2460"/>
  <p:cmAuthor id="2462" name="王梓" initials="王" lastIdx="0" clrIdx="2461"/>
  <p:cmAuthor id="2463" name="乔沈波" initials="乔沈波" lastIdx="0" clrIdx="2462"/>
  <p:cmAuthor id="2464" name="  " initials=" " lastIdx="0" clrIdx="2463"/>
  <p:cmAuthor id="2465" name="sunyu" initials="s" lastIdx="0" clrIdx="2464"/>
  <p:cmAuthor id="2466" name="wunq1" initials="w" lastIdx="0" clrIdx="2465"/>
  <p:cmAuthor id="2467" name="heyiqin_cheryl@163.com" initials="h" lastIdx="0" clrIdx="2466"/>
  <p:cmAuthor id="2468" name="tf" initials="t" lastIdx="0" clrIdx="2467"/>
  <p:cmAuthor id="2469" name="TDS" initials="T" lastIdx="0" clrIdx="2468"/>
  <p:cmAuthor id="2470" name="汪睿" initials="" lastIdx="0" clrIdx="2469"/>
  <p:cmAuthor id="2471" name="唐紫艳" initials="唐紫艳" lastIdx="0" clrIdx="2470"/>
  <p:cmAuthor id="2472" name="刘国栋" initials="刘国栋" lastIdx="0" clrIdx="2471"/>
  <p:cmAuthor id="2473" name="kun yang" initials="" lastIdx="0" clrIdx="2472"/>
  <p:cmAuthor id="2474" name="白云起" initials="白云起" lastIdx="0" clrIdx="2473"/>
  <p:cmAuthor id="2475" name="18511994914@163.com" initials="1" lastIdx="0" clrIdx="2474"/>
  <p:cmAuthor id="2476" name="李坤" initials="likun" lastIdx="0" clrIdx="2475"/>
  <p:cmAuthor id="2477" name="张斌" initials="张" lastIdx="0" clrIdx="2476"/>
  <p:cmAuthor id="2478" name="k1897" initials="k" lastIdx="0" clrIdx="2477"/>
  <p:cmAuthor id="2479" name="程广南" initials="程广南" lastIdx="0" clrIdx="2478"/>
  <p:cmAuthor id="2480" name="admi" initials="a" lastIdx="0" clrIdx="2479"/>
  <p:cmAuthor id="2481" name="xqfan3" initials="x" lastIdx="0" clrIdx="2480"/>
  <p:cmAuthor id="2482" name="jhzhao" initials="j" lastIdx="0" clrIdx="2481"/>
  <p:cmAuthor id="2483" name="xiangwang25" initials="x" lastIdx="0" clrIdx="2482"/>
  <p:cmAuthor id="2484" name="付艳" initials="付艳" lastIdx="0" clrIdx="2483"/>
  <p:cmAuthor id="2485" name="pingwu2" initials="p" lastIdx="0" clrIdx="2484"/>
  <p:cmAuthor id="2486" name="朱静" initials="朱静" lastIdx="0" clrIdx="2485"/>
  <p:cmAuthor id="2487" name="htlh" initials="h" lastIdx="0" clrIdx="2486"/>
  <p:cmAuthor id="2488" name="Baymax" initials="B" lastIdx="0" clrIdx="2487"/>
  <p:cmAuthor id="2489" name="qunzhu" initials="q" lastIdx="0" clrIdx="2488"/>
  <p:cmAuthor id="2490" name="zyye 6" initials="zyye6" lastIdx="0" clrIdx="2489"/>
  <p:cmAuthor id="2491" name="崔山" initials="崔山" lastIdx="0" clrIdx="2490"/>
  <p:cmAuthor id="2492" name="王松松" initials="王松松" lastIdx="0" clrIdx="2491"/>
  <p:cmAuthor id="2493" name="你好" initials="你" lastIdx="0" clrIdx="2492"/>
  <p:cmAuthor id="2494" name="Dylan Koo" initials="DK" lastIdx="0" clrIdx="2493"/>
  <p:cmAuthor id="2495" name="jingzhu13" initials="j" lastIdx="0" clrIdx="2494"/>
  <p:cmAuthor id="2496" name="cylv7" initials="c" lastIdx="0" clrIdx="2495"/>
  <p:cmAuthor id="2497" name="zldai4" initials="z" lastIdx="0" clrIdx="2496"/>
  <p:cmAuthor id="2498" name="何二庆" initials="何二庆" lastIdx="0" clrIdx="2497"/>
  <p:cmAuthor id="2499" name="王 成岩" initials="王" lastIdx="0" clrIdx="2498"/>
  <p:cmAuthor id="2500" name="yangchen8" initials="y" lastIdx="0" clrIdx="2499"/>
  <p:cmAuthor id="2501" name="唐正江" initials="唐正江" lastIdx="0" clrIdx="2500"/>
  <p:cmAuthor id="2502" name="uo G" initials="uG" lastIdx="0" clrIdx="2501"/>
  <p:cmAuthor id="2503" name="sammi" initials="s" lastIdx="0" clrIdx="2502"/>
  <p:cmAuthor id="2504" name="原来是颜颜！" initials="原" lastIdx="0" clrIdx="2503"/>
  <p:cmAuthor id="2505" name="王元" initials="R" lastIdx="0" clrIdx="2504"/>
  <p:cmAuthor id="2506" name="370369741@qq.com" initials="3" lastIdx="0" clrIdx="2505"/>
  <p:cmAuthor id="2507" name="ali maher" initials="am" lastIdx="0" clrIdx="2506"/>
  <p:cmAuthor id="2508" name="g" initials="g" lastIdx="0" clrIdx="2507"/>
  <p:cmAuthor id="2509" name="fanghou2" initials="f" lastIdx="0" clrIdx="2508"/>
  <p:cmAuthor id="2510" name="nfma" initials="n" lastIdx="0" clrIdx="2509"/>
  <p:cmAuthor id="2511" name="lingc" initials="l" lastIdx="0" clrIdx="2510"/>
  <p:cmAuthor id="2512" name="yuechen" initials="y" lastIdx="0" clrIdx="2511"/>
  <p:cmAuthor id="2513" name="Kevin Rice" initials="KR" lastIdx="0" clrIdx="2512"/>
  <p:cmAuthor id="2514" name="王 超" initials="王" lastIdx="0" clrIdx="2513"/>
  <p:cmAuthor id="2515" name="YY8688669" initials="Y" lastIdx="0" clrIdx="2514"/>
  <p:cmAuthor id="2516" name="刘成镇" initials="刘" lastIdx="0" clrIdx="2515"/>
  <p:cmAuthor id="2517" name="蒲春森" initials="蒲" lastIdx="0" clrIdx="2516"/>
  <p:cmAuthor id="2518" name="蒲春森_MRJ3VZvu" initials="authorId_1710281457" lastIdx="0" clrIdx="2517"/>
  <p:cmAuthor id="2519" name="王海清" initials="王" lastIdx="0" clrIdx="2518"/>
  <p:cmAuthor id="2520" name="胡俊" initials="胡" lastIdx="0" clrIdx="2519"/>
  <p:cmAuthor id="2521" name="易有福" initials="易" lastIdx="0" clrIdx="2520"/>
  <p:cmAuthor id="2522" name="汪琨" initials="汪" lastIdx="0" clrIdx="2521"/>
  <p:cmAuthor id="2523" name="微笑面对" initials="微" lastIdx="0" clrIdx="2522"/>
  <p:cmAuthor id="2524" name="陈倩南" initials="陈" lastIdx="0" clrIdx="2523"/>
  <p:cmAuthor id="2525" name="王名菊" initials="王" lastIdx="0" clrIdx="2524"/>
  <p:cmAuthor id="2526" name="大帅" initials="大" lastIdx="0" clrIdx="2525"/>
  <p:cmAuthor id="2527" name="苏孟冉" initials="苏" lastIdx="0" clrIdx="2526"/>
  <p:cmAuthor id="2528" name="田靖" initials="田" lastIdx="0" clrIdx="2527"/>
  <p:cmAuthor id="2529" name="高丽燕" initials="高" lastIdx="0" clrIdx="2528"/>
  <p:cmAuthor id="2530" name="党鑫" initials="党" lastIdx="0" clrIdx="2529"/>
  <p:cmAuthor id="2531" name="李帅" initials="李" lastIdx="0" clrIdx="2530"/>
  <p:cmAuthor id="2532" name="汪有良" initials="汪" lastIdx="0" clrIdx="2531"/>
  <p:cmAuthor id="2533" name="朱运超" initials="朱" lastIdx="0" clrIdx="2532"/>
  <p:cmAuthor id="2534" name="徐乐" initials="徐" lastIdx="0" clrIdx="2533"/>
  <p:cmAuthor id="2535" name="李建军" initials="李" lastIdx="0" clrIdx="2534"/>
  <p:cmAuthor id="2536" name="李义水" initials="李" lastIdx="0" clrIdx="2535"/>
  <p:cmAuthor id="2537" name="高新雨" initials="高" lastIdx="0" clrIdx="2536"/>
  <p:cmAuthor id="2538" name="Kevin Wang" initials="K" lastIdx="0" clrIdx="2537"/>
  <p:cmAuthor id="2539" name="曹怡婕" initials="曹" lastIdx="0" clrIdx="2538"/>
  <p:cmAuthor id="2540" name="高心语" initials="高" lastIdx="0" clrIdx="2539"/>
  <p:cmAuthor id="2541" name="苗常发" initials="苗" lastIdx="0" clrIdx="2540"/>
  <p:cmAuthor id="2542" name="刘逸康" initials="刘" lastIdx="0" clrIdx="2541"/>
  <p:cmAuthor id="2543" name="高霜霜" initials="高" lastIdx="0" clrIdx="2542"/>
  <p:cmAuthor id="2544" name="张月贤" initials="张" lastIdx="0" clrIdx="2543"/>
  <p:cmAuthor id="2545" name="猛痹程好凡" initials="猛" lastIdx="0" clrIdx="2544"/>
  <p:cmAuthor id="2546" name="ZC有度" initials="Z" lastIdx="0" clrIdx="2545"/>
  <p:cmAuthor id="2547" name="刘小" initials="刘" lastIdx="0" clrIdx="2546"/>
  <p:cmAuthor id="2548" name="钱振兵" initials="钱" lastIdx="0" clrIdx="2547"/>
  <p:cmAuthor id="2549" name="杨坤" initials="杨" lastIdx="0" clrIdx="2548"/>
  <p:cmAuthor id="2550" name="Sunshine" initials="S" lastIdx="0" clrIdx="2549"/>
  <p:cmAuthor id="2551" name="！！！" initials="！" lastIdx="0" clrIdx="2550"/>
  <p:cmAuthor id="2552" name="稻草人" initials="稻" lastIdx="0" clrIdx="2551"/>
  <p:cmAuthor id="2553" name="小高" initials="小" lastIdx="0" clrIdx="2552"/>
  <p:cmAuthor id="2554" name="ZXC" initials="Z" lastIdx="0" clrIdx="2553"/>
  <p:cmAuthor id="2555" name="宋洁然" initials="宋" lastIdx="0" clrIdx="2554"/>
  <p:cmAuthor id="2556" name="运晓龙" initials="运" lastIdx="0" clrIdx="2555"/>
  <p:cmAuthor id="2557" name="2022061408" initials="2" lastIdx="0" clrIdx="2556"/>
  <p:cmAuthor id="2558" name="XZ2023071117" initials="X" lastIdx="0" clrIdx="2557"/>
  <p:cmAuthor id="2559" name="WPS_1633839397" initials="W" lastIdx="0" clrIdx="2558"/>
  <p:cmAuthor id="2560" name="张西涛" initials="张" lastIdx="0" clrIdx="2559"/>
  <p:cmAuthor id="2561" name="刘思琼" initials="刘" lastIdx="0" clrIdx="2560"/>
  <p:cmAuthor id="2562" name="赵星" initials="赵" lastIdx="0" clrIdx="2561"/>
  <p:cmAuthor id="2563" name="牛域辉" initials="牛" lastIdx="0" clrIdx="2562"/>
  <p:cmAuthor id="2564" name="谢书港" initials="谢" lastIdx="0" clrIdx="2563"/>
  <p:cmAuthor id="2565" name="张艺" initials="张" lastIdx="0" clrIdx="2564"/>
  <p:cmAuthor id="2566" name="梁士硕" initials="梁" lastIdx="0" clrIdx="2565"/>
  <p:cmAuthor id="2567" name="企业用户_572763141" initials="企" lastIdx="0" clrIdx="2566"/>
  <p:cmAuthor id="2568" name="陈丹" initials="陈" lastIdx="0" clrIdx="2567"/>
  <p:cmAuthor id="2569" name="刘金平" initials="刘" lastIdx="0" clrIdx="2568"/>
  <p:cmAuthor id="2570" name="侯素杰" initials="侯" lastIdx="0" clrIdx="2569"/>
  <p:cmAuthor id="2571" name="刘伯阳" initials="刘" lastIdx="0" clrIdx="2570"/>
  <p:cmAuthor id="2572" name="张瑞天" initials="张" lastIdx="0" clrIdx="2571"/>
  <p:cmAuthor id="2573" name="唐洪宇" initials="唐" lastIdx="0" clrIdx="2572"/>
  <p:cmAuthor id="2574" name="王久军" initials="王" lastIdx="0" clrIdx="2573"/>
  <p:cmAuthor id="2575" name="谈安定" initials="谈" lastIdx="0" clrIdx="2574"/>
  <p:cmAuthor id="2576" name="史伟" initials="史" lastIdx="0" clrIdx="2575"/>
  <p:cmAuthor id="2577" name="刘智慧" initials="刘" lastIdx="0" clrIdx="2576"/>
  <p:cmAuthor id="2578" name="程德辉" initials="程" lastIdx="0" clrIdx="2577"/>
  <p:cmAuthor id="2579" name="李锦锋" initials="李" lastIdx="0" clrIdx="2578"/>
  <p:cmAuthor id="2580" name="张富" initials="张" lastIdx="0" clrIdx="2579"/>
  <p:cmAuthor id="2581" name="杨垒" initials="杨" lastIdx="0" clrIdx="2580"/>
  <p:cmAuthor id="2582" name="罗懿聪" initials="罗" lastIdx="0" clrIdx="2581"/>
  <p:cmAuthor id="2583" name="王敏" initials="王" lastIdx="0" clrIdx="2582"/>
  <p:cmAuthor id="2584" name="孙恺华" initials="孙" lastIdx="0" clrIdx="2583"/>
  <p:cmAuthor id="2585" name="王从译" initials="王" lastIdx="0" clrIdx="2584"/>
  <p:cmAuthor id="2586" name="张子钦" initials="张" lastIdx="0" clrIdx="2585"/>
  <p:cmAuthor id="2587" name="王盛慧" initials="王" lastIdx="0" clrIdx="2586"/>
  <p:cmAuthor id="2588" name="刘伟奇" initials="刘" lastIdx="0" clrIdx="2587"/>
  <p:cmAuthor id="2589" name="....." initials="." lastIdx="0" clrIdx="2588"/>
  <p:cmAuthor id="2590" name="WPS_1683712312" initials="W" lastIdx="0" clrIdx="2589"/>
  <p:cmAuthor id="2591" name="郑瑶" initials="郑" lastIdx="0" clrIdx="2590"/>
  <p:cmAuthor id="2592" name="董永" initials="董" lastIdx="0" clrIdx="2591"/>
  <p:cmAuthor id="2593" name="杨庆" initials="杨" lastIdx="0" clrIdx="2592"/>
  <p:cmAuthor id="2594" name="陈瀚" initials="陈" lastIdx="0" clrIdx="2593"/>
  <p:cmAuthor id="2595" name="赵林利" initials="赵" lastIdx="0" clrIdx="2594"/>
  <p:cmAuthor id="2596" name="王羽" initials="王" lastIdx="0" clrIdx="2595"/>
  <p:cmAuthor id="2597" name="不枉" initials="不" lastIdx="0" clrIdx="2596"/>
  <p:cmAuthor id="2598" name="游佩燃" initials="游" lastIdx="0" clrIdx="2597"/>
  <p:cmAuthor id="2599" name="郭敬爱" initials="郭" lastIdx="0" clrIdx="2598"/>
  <p:cmAuthor id="2600" name="张天星" initials="张" lastIdx="0" clrIdx="2599"/>
  <p:cmAuthor id="2601" name="WPS_1669185181" initials="W" lastIdx="0" clrIdx="2600"/>
  <p:cmAuthor id="2602" name="梁静" initials="梁" lastIdx="0" clrIdx="2601"/>
  <p:cmAuthor id="2603" name="李治" initials="李" lastIdx="0" clrIdx="2602"/>
  <p:cmAuthor id="2604" name="李彩霞" initials="李" lastIdx="0" clrIdx="2603"/>
  <p:cmAuthor id="2605" name="李万全" initials="李" lastIdx="0" clrIdx="2604"/>
  <p:cmAuthor id="2606" name="侯昕田" initials="侯" lastIdx="0" clrIdx="2605"/>
  <p:cmAuthor id="2607" name="ZHOU" initials="Z" lastIdx="0" clrIdx="2606"/>
  <p:cmAuthor id="2608" name="胡慧" initials="胡" lastIdx="0" clrIdx="2607"/>
  <p:cmAuthor id="2609" name="陶敏" initials="陶" lastIdx="0" clrIdx="2608"/>
  <p:cmAuthor id="2610" name="周利" initials="周" lastIdx="0" clrIdx="2609"/>
  <p:cmAuthor id="2611" name="何铭远" initials="何" lastIdx="0" clrIdx="2610"/>
  <p:cmAuthor id="2612" name="Office" initials="OM" lastIdx="0" clrIdx="2611"/>
  <p:cmAuthor id="2613" name="杨程" initials="杨" lastIdx="0" clrIdx="2612"/>
  <p:cmAuthor id="2614" name="吴香进" initials="吴" lastIdx="0" clrIdx="2613"/>
  <p:cmAuthor id="2615" name="张志强" initials="张" lastIdx="0" clrIdx="2614"/>
  <p:cmAuthor id="2616" name="胡加加" initials="胡" lastIdx="0" clrIdx="2615"/>
  <p:cmAuthor id="2617" name="汤红伟" initials="汤" lastIdx="0" clrIdx="2616"/>
  <p:cmAuthor id="2618" name="后胜" initials="后" lastIdx="0" clrIdx="2617"/>
  <p:cmAuthor id="2619" name="杨仕钊 Shizhao Yang （国际业务事业部）" initials="杨仕钊" lastIdx="0" clrIdx="2618"/>
  <p:cmAuthor id="2620" name="X" initials="X" lastIdx="0" clrIdx="2619"/>
  <p:cmAuthor id="2621" name="周丽丽" initials="周" lastIdx="0" clrIdx="2620"/>
  <p:cmAuthor id="2622" name="锁欢欢" initials="锁" lastIdx="0" clrIdx="2621"/>
  <p:cmAuthor id="2623" name="吴志强" initials="吴" lastIdx="0" clrIdx="2622"/>
  <p:cmAuthor id="2624" name="邢逸" initials="邢" lastIdx="0" clrIdx="2623"/>
  <p:cmAuthor id="2625" name="田松" initials="田" lastIdx="0" clrIdx="2624"/>
  <p:cmAuthor id="2626" name="刘雨润" initials="刘" lastIdx="0" clrIdx="2625"/>
  <p:cmAuthor id="2627" name="shenbina" initials="s" lastIdx="0" clrIdx="2626"/>
  <p:cmAuthor id="2628" name="winner1 chan" initials="wc" lastIdx="0" clrIdx="2627"/>
  <p:cmAuthor id="2629" name="方键强" initials="方" lastIdx="0" clrIdx="2628"/>
  <p:cmAuthor id="2630" name="郭振亚" initials="郭" lastIdx="0" clrIdx="2629"/>
  <p:cmAuthor id="2631" name="Longteng (Tim)" initials="L(" lastIdx="0" clrIdx="2630"/>
  <p:cmAuthor id="2632" name="徐雯" initials="徐" lastIdx="0" clrIdx="2631"/>
  <p:cmAuthor id="2633" name="未知用户326" initials="未" lastIdx="0" clrIdx="2632"/>
  <p:cmAuthor id="2634" name="李慧" initials="李" lastIdx="0" clrIdx="2633"/>
  <p:cmAuthor id="2635" name="jl liu" initials="" lastIdx="0" clrIdx="2634"/>
  <p:cmAuthor id="2636" name="张惠" initials="" lastIdx="0" clrIdx="2635"/>
  <p:cmAuthor id="2637" name="陈豪" initials="陈" lastIdx="0" clrIdx="2636"/>
  <p:cmAuthor id="2638" name="李欣欣" initials="李" lastIdx="0" clrIdx="2637"/>
  <p:cmAuthor id="2639" name="魏红亮" initials="魏" lastIdx="0" clrIdx="2638"/>
  <p:cmAuthor id="2640" name="陈丰" initials="陈" lastIdx="0" clrIdx="2639"/>
  <p:cmAuthor id="2641" name="evil" initials="e" lastIdx="0" clrIdx="2640"/>
  <p:cmAuthor id="2642" name="Edison Tian" initials="E" lastIdx="0" clrIdx="2641"/>
  <p:cmAuthor id="2643" name="CH168834" initials="C" lastIdx="0" clrIdx="2642"/>
  <p:cmAuthor id="2644" name="董若飞 Ruofei Dong （营销公司）" initials="董若飞" lastIdx="0" clrIdx="2643"/>
  <p:cmAuthor id="2645" name="MSI" initials="M" lastIdx="0" clrIdx="2644"/>
  <p:cmAuthor id="2646" name="YILI" initials="Y" lastIdx="0" clrIdx="2645"/>
  <p:cmAuthor id="2647" name="李晓静" initials="李" lastIdx="0" clrIdx="2646"/>
  <p:cmAuthor id="2648" name="邓彤倩" initials="邓" lastIdx="0" clrIdx="2647"/>
  <p:cmAuthor id="2649" name="sh-fanjunjie" initials="s" lastIdx="0" clrIdx="2648"/>
  <p:cmAuthor id="2650" name="蔡如旺" initials="蔡" lastIdx="0" clrIdx="2649"/>
  <p:cmAuthor id="2651" name="孙永康" initials="孙" lastIdx="0" clrIdx="2650"/>
  <p:cmAuthor id="2652" name="管宇" initials="管" lastIdx="0" clrIdx="2651"/>
  <p:cmAuthor id="2653" name="shwyq2008@163.com" initials="s" lastIdx="0" clrIdx="2652"/>
  <p:cmAuthor id="2654" name="song jin" initials="sj" lastIdx="0" clrIdx="2653"/>
  <p:cmAuthor id="2655" name="anima" initials="a" lastIdx="0" clrIdx="2654"/>
  <p:cmAuthor id="2656" name="王晗" initials="王" lastIdx="0" clrIdx="2655"/>
  <p:cmAuthor id="2657" name="孙爽爽" initials="孙" lastIdx="0" clrIdx="2656"/>
  <p:cmAuthor id="2658" name="姚玲" initials="姚" lastIdx="0" clrIdx="2657"/>
  <p:cmAuthor id="2659" name="江天天" initials="江" lastIdx="0" clrIdx="2658"/>
  <p:cmAuthor id="2660" name="李可" initials="李" lastIdx="0" clrIdx="2659"/>
  <p:cmAuthor id="2661" name="葛文杰" initials="葛" lastIdx="0" clrIdx="2660"/>
  <p:cmAuthor id="2662" name="任浩" initials="任" lastIdx="0" clrIdx="2661"/>
  <p:cmAuthor id="2663" name="年轻的猴子尾巴" initials="年" lastIdx="0" clrIdx="2662"/>
  <p:cmAuthor id="2664" name="方梅娟" initials="方" lastIdx="0" clrIdx="2663"/>
  <p:cmAuthor id="2665" name="johnny.fei" initials="j" lastIdx="0" clrIdx="2664"/>
  <p:cmAuthor id="2666" name="王冬梅" initials="王" lastIdx="0" clrIdx="2665"/>
  <p:cmAuthor id="2667" name="汪东" initials="汪" lastIdx="0" clrIdx="2666"/>
  <p:cmAuthor id="2668" name="吴灿" initials="吴" lastIdx="0" clrIdx="2667"/>
  <p:cmAuthor id="2669" name="苏木" initials="苏" lastIdx="0" clrIdx="2668"/>
  <p:cmAuthor id="2670" name="潘光武" initials="潘" lastIdx="0" clrIdx="2669"/>
  <p:cmAuthor id="2671" name="He Ligen" initials="HL" lastIdx="0" clrIdx="2670"/>
  <p:cmAuthor id="2672" name="钟涛" initials="钟涛" lastIdx="0" clrIdx="2671"/>
  <p:cmAuthor id="2673" name="2022070405" initials="2" lastIdx="0" clrIdx="2672"/>
  <p:cmAuthor id="2674" name="未知的使用者151" initials="未" lastIdx="0" clrIdx="2673"/>
  <p:cmAuthor id="2675" name="catherine" initials="c" lastIdx="0" clrIdx="2674"/>
  <p:cmAuthor id="2676" name="2022101816" initials="2" lastIdx="0" clrIdx="2675"/>
  <p:cmAuthor id="2677" name="2017112201" initials="2" lastIdx="0" clrIdx="2676"/>
  <p:cmAuthor id="2678" name="YJ2023085057" initials="Y" lastIdx="0" clrIdx="2677"/>
  <p:cmAuthor id="2679" name="吴成峙 Chengzhi Wu (财务部)" initials="吴成峙" lastIdx="0" clrIdx="2678"/>
  <p:cmAuthor id="2680" name="52670" initials="5" lastIdx="0" clrIdx="2679"/>
  <p:cmAuthor id="2681" name="82705" initials="8" lastIdx="0" clrIdx="2680"/>
  <p:cmAuthor id="2682" name="未定义" initials="未" lastIdx="0" clrIdx="2681"/>
  <p:cmAuthor id="2683" name="冯乾隆" initials="FQL" lastIdx="0" clrIdx="2682"/>
  <p:cmAuthor id="2684" name="86158" initials="8" lastIdx="0" clrIdx="2683"/>
  <p:cmAuthor id="2685" name="库房资产初装" initials="库房资产初装" lastIdx="0" clrIdx="2684"/>
  <p:cmAuthor id="2686" name="1073389736@qq.com" initials="1" lastIdx="0" clrIdx="2685"/>
  <p:cmAuthor id="2687" name="ting yue" initials="t" lastIdx="0" clrIdx="2686"/>
  <p:cmAuthor id="2688" name="10270945" initials="1" lastIdx="0" clrIdx="2687"/>
  <p:cmAuthor id="2689" name="zhangyu" initials="z" lastIdx="0" clrIdx="2688"/>
  <p:cmAuthor id="2690" name="赵欣" initials="zx" lastIdx="0" clrIdx="2689"/>
  <p:cmAuthor id="2691" name="CL" initials="C" lastIdx="0" clrIdx="2690"/>
  <p:cmAuthor id="2692" name="Tangzj" initials="A" lastIdx="0" clrIdx="2691"/>
  <p:cmAuthor id="2693" name="Galen E Ressler" initials="" lastIdx="0" clrIdx="2692"/>
  <p:cmAuthor id="2694" name="李克" initials="李克" lastIdx="0" clrIdx="2693"/>
  <p:cmAuthor id="2695" name="2015090808" initials="2" lastIdx="0" clrIdx="2694"/>
  <p:cmAuthor id="2696" name="2020111903" initials="2" lastIdx="0" clrIdx="2695"/>
  <p:cmAuthor id="2697" name="2019050621" initials="2" lastIdx="0" clrIdx="2696"/>
  <p:cmAuthor id="2698" name="2021070604" initials="2" lastIdx="0" clrIdx="2697"/>
  <p:cmAuthor id="2699" name="2021042705" initials="2" lastIdx="0" clrIdx="2698"/>
  <p:cmAuthor id="2700" name="2018121705" initials="2" lastIdx="0" clrIdx="2699"/>
  <p:cmAuthor id="2701" name="王元园" initials="王元园" lastIdx="0" clrIdx="2700"/>
  <p:cmAuthor id="2702" name="2016040576" initials="2" lastIdx="0" clrIdx="2701"/>
  <p:cmAuthor id="2703" name="Huang, Yuxiang (C-EN32)" initials="HY(" lastIdx="0" clrIdx="2702"/>
  <p:cmAuthor id="2704" name="吴孝天" initials="吴孝天" lastIdx="0" clrIdx="2703"/>
  <p:cmAuthor id="2705" name="2022092003" initials="2" lastIdx="0" clrIdx="2704"/>
  <p:cmAuthor id="2706" name="丁 雨阳" initials="丁" lastIdx="0" clrIdx="2705"/>
  <p:cmAuthor id="2707" name="2022011911" initials="2" lastIdx="0" clrIdx="2706"/>
  <p:cmAuthor id="2708" name="TC2022091503" initials="T" lastIdx="0" clrIdx="2707"/>
  <p:cmAuthor id="2709" name="2021072906" initials="2" lastIdx="0" clrIdx="2708"/>
  <p:cmAuthor id="2710" name="徐嘉文" initials="徐嘉文" lastIdx="0" clrIdx="2709"/>
  <p:cmAuthor id="2711" name="李晓雪" initials="李晓雪" lastIdx="0" clrIdx="2710"/>
  <p:cmAuthor id="2712" name="2020102103" initials="2" lastIdx="0" clrIdx="2711"/>
  <p:cmAuthor id="2713" name="Shen" initials="S" lastIdx="0" clrIdx="2712"/>
  <p:cmAuthor id="2714" name="刘达" initials="刘" lastIdx="0" clrIdx="2713"/>
  <p:cmAuthor id="2715" name="2013070603" initials="2" lastIdx="0" clrIdx="2714"/>
  <p:cmAuthor id="2716" name="YJ2023065018" initials="Y" lastIdx="0" clrIdx="2715"/>
  <p:cmAuthor id="2717" name="马颖华" initials="马颖华" lastIdx="0" clrIdx="2716"/>
  <p:cmAuthor id="2718" name="2011052305" initials="2" lastIdx="0" clrIdx="2717"/>
  <p:cmAuthor id="2719" name="王雷" initials="王雷" lastIdx="0" clrIdx="2718"/>
  <p:cmAuthor id="2720" name="Machenike" initials="M" lastIdx="0" clrIdx="2719"/>
  <p:cmAuthor id="2721" name="LT" initials="L" lastIdx="0" clrIdx="2720"/>
  <p:cmAuthor id="2722" name="A51430" initials="A" lastIdx="0" clrIdx="2721"/>
  <p:cmAuthor id="2723" name="A41671" initials="A" lastIdx="0" clrIdx="2722"/>
  <p:cmAuthor id="2724" name="吴在波" initials="吴" lastIdx="0" clrIdx="2723"/>
  <p:cmAuthor id="2725" name="hp" initials="h" lastIdx="0" clrIdx="2724"/>
  <p:cmAuthor id="2726" name="黎航" initials="黎" lastIdx="0" clrIdx="2725"/>
  <p:cmAuthor id="2727" name="未知用户137" initials="未" lastIdx="0" clrIdx="2726"/>
  <p:cmAuthor id="2728" name="侯 林" initials="侯" lastIdx="0" clrIdx="2727"/>
  <p:cmAuthor id="2729" name="lou cynthia" initials="l" lastIdx="0" clrIdx="2728"/>
  <p:cmAuthor id="2730" name="吕旭" initials="吕旭" lastIdx="0" clrIdx="2729"/>
  <p:cmAuthor id="2731" name="Shi Xiao" initials="SX" lastIdx="0" clrIdx="2730"/>
  <p:cmAuthor id="2732" name="吴 鑫昊" initials="吴" lastIdx="0" clrIdx="2731"/>
  <p:cmAuthor id="2733" name="liutao" initials="l" lastIdx="0" clrIdx="2732"/>
  <p:cmAuthor id="2734" name="lilan" initials="l" lastIdx="0" clrIdx="2733"/>
  <p:cmAuthor id="2735" name="hmwang" initials="dsc" lastIdx="0" clrIdx="2734"/>
  <p:cmAuthor id="2736" name="未知用户185" initials="未" lastIdx="0" clrIdx="2735"/>
  <p:cmAuthor id="2737" name="朱勇三" initials="朱" lastIdx="0" clrIdx="2736"/>
  <p:cmAuthor id="2738" name="未知用户181" initials="未" lastIdx="0" clrIdx="2737"/>
  <p:cmAuthor id="2739" name="未知用户243" initials="未" lastIdx="0" clrIdx="2738"/>
  <p:cmAuthor id="2740" name="王 辰斌" initials="王" lastIdx="0" clrIdx="2739"/>
  <p:cmAuthor id="2741" name="未知的使用者205" initials="未" lastIdx="0" clrIdx="2740"/>
  <p:cmAuthor id="2742" name="胡敏" initials="胡" lastIdx="0" clrIdx="2741"/>
  <p:cmAuthor id="2743" name="未知用户228" initials="未" lastIdx="0" clrIdx="2742"/>
  <p:cmAuthor id="2744" name="蓝礼健" initials="蓝" lastIdx="0" clrIdx="2743"/>
  <p:cmAuthor id="2745" name="2016101212" initials="2" lastIdx="0" clrIdx="2744"/>
  <p:cmAuthor id="2746" name="Charles Chan" initials="C" lastIdx="0" clrIdx="2745"/>
  <p:cmAuthor id="2747" name="孙德洁" initials="孙" lastIdx="0" clrIdx="2746"/>
  <p:cmAuthor id="2748" name="王传忠 Chuanzhong Wang （全球技术创新中心）" initials="王传忠" lastIdx="0" clrIdx="2747"/>
  <p:cmAuthor id="2749" name="施杰 Jie Shi （新能源公司）" initials="施杰" lastIdx="0" clrIdx="2748"/>
  <p:cmAuthor id="2750" name="杨莉" initials="杨" lastIdx="0" clrIdx="2749"/>
  <p:cmAuthor id="2751" name="Unknown User8" initials="U" lastIdx="0" clrIdx="2750"/>
  <p:cmAuthor id="2752" name="未知用户129" initials="未知用户129" lastIdx="0" clrIdx="2751"/>
  <p:cmAuthor id="2753" name="P1063cindychen" initials="P" lastIdx="0" clrIdx="2752"/>
  <p:cmAuthor id="2754" name="未知的使用者61" initials="未" lastIdx="0" clrIdx="2753"/>
  <p:cmAuthor id="2755" name="潘畅 Pan Chang (研发总院 AERI)" initials="潘畅" lastIdx="0" clrIdx="2754"/>
  <p:cmAuthor id="2756" name="橘子" initials="橘" lastIdx="0" clrIdx="2755"/>
  <p:cmAuthor id="2757" name="帅 张" initials="帅张" lastIdx="0" clrIdx="2756"/>
  <p:cmAuthor id="2758" name="郑耿通" initials="郑耿通" lastIdx="0" clrIdx="2757"/>
  <p:cmAuthor id="2759" name="zhenwang26" initials="z" lastIdx="0" clrIdx="2758"/>
  <p:cmAuthor id="2760" name="61846" initials="6" lastIdx="0" clrIdx="2759"/>
  <p:cmAuthor id="2761" name="二喵麻麻" initials="二" lastIdx="0" clrIdx="2760"/>
  <p:cmAuthor id="2762" name="运 赵" initials="运" lastIdx="0" clrIdx="2761"/>
  <p:cmAuthor id="2763" name="张 开阔" initials="张" lastIdx="0" clrIdx="2762"/>
  <p:cmAuthor id="2764" name="刘彤彤" initials="x" lastIdx="0" clrIdx="2763"/>
  <p:cmAuthor id="2765" name="wuwei" initials="w" lastIdx="0" clrIdx="2764"/>
  <p:cmAuthor id="2766" name="任勇" initials="任" lastIdx="0" clrIdx="2765"/>
  <p:cmAuthor id="2767" name="Chris Kou" initials="C" lastIdx="0" clrIdx="2766"/>
  <p:cmAuthor id="2768" name="王川雪" initials="王" lastIdx="0" clrIdx="2767"/>
  <p:cmAuthor id="2769" name="仵新荣" initials="仵" lastIdx="0" clrIdx="2768"/>
  <p:cmAuthor id="2770" name="樊革霞" initials="樊" lastIdx="0" clrIdx="2769"/>
  <p:cmAuthor id="2771" name="张 爱桢" initials="张" lastIdx="0" clrIdx="2770"/>
  <p:cmAuthor id="2772" name="胡 安玲" initials="胡" lastIdx="0" clrIdx="2771"/>
  <p:cmAuthor id="2773" name="查道涵 Daohan Cha (奇瑞品牌国内业务事业部)" initials="查道涵" lastIdx="0" clrIdx="2772"/>
  <p:cmAuthor id="2774" name="未知用户113" initials="未" lastIdx="0" clrIdx="2773"/>
  <p:cmAuthor id="2775" name="Yoyo Wu" initials="Y" lastIdx="0" clrIdx="2774"/>
  <p:cmAuthor id="2776" name="Zhou Yarui 周雅睿 (HR)" initials="ZY周(" lastIdx="0" clrIdx="2775"/>
  <p:cmAuthor id="2777" name="Unknown User24" initials="U" lastIdx="0" clrIdx="2776"/>
  <p:cmAuthor id="2778" name="Unknown User25" initials="U" lastIdx="0" clrIdx="2777"/>
  <p:cmAuthor id="2779" name="周明" initials="周" lastIdx="0" clrIdx="2778"/>
  <p:cmAuthor id="2780" name="未知用户127" initials="未" lastIdx="0" clrIdx="2779"/>
  <p:cmAuthor id="2781" name="Han Jiang" initials="H" lastIdx="0" clrIdx="2780"/>
  <p:cmAuthor id="2782" name="xmy" initials="x" lastIdx="0" clrIdx="2781"/>
  <p:cmAuthor id="2783" name="刘颖" initials="刘" lastIdx="0" clrIdx="2782"/>
  <p:cmAuthor id="2784" name="华为" initials="华" lastIdx="0" clrIdx="2783"/>
  <p:cmAuthor id="2785" name="宋琛哲" initials="宋" lastIdx="0" clrIdx="2784"/>
  <p:cmAuthor id="2786" name="刘天玉" initials="刘" lastIdx="0" clrIdx="2785"/>
  <p:cmAuthor id="2787" name="杨志宇" initials="王" lastIdx="0" clrIdx="2786"/>
  <p:cmAuthor id="2788" name="吴铭锐" initials="吴" lastIdx="0" clrIdx="2787"/>
  <p:cmAuthor id="2789" name="李哲(ZheLi)-顺丰科技" initials="a" lastIdx="0" clrIdx="2788"/>
  <p:cmAuthor id="2790" name="文 超超" initials="文" lastIdx="0" clrIdx="2789"/>
  <p:cmAuthor id="2791" name="ZQ" initials="Z" lastIdx="0" clrIdx="2790"/>
  <p:cmAuthor id="2792" name="HYZL05" initials="H" lastIdx="0" clrIdx="2791"/>
  <p:cmAuthor id="2793" name="Pei" initials="P" lastIdx="0" clrIdx="2792"/>
  <p:cmAuthor id="2794" name="Ying Li" initials="Y" lastIdx="0" clrIdx="2793"/>
  <p:cmAuthor id="2795" name="李威" initials="李" lastIdx="0" clrIdx="2794"/>
  <p:cmAuthor id="2796" name="杨彦伟" initials="杨" lastIdx="0" clrIdx="2795"/>
  <p:cmAuthor id="2797" name="席美娟" initials="席" lastIdx="0" clrIdx="2796"/>
  <p:cmAuthor id="2798" name="朱海平" initials="朱" lastIdx="0" clrIdx="2797"/>
  <p:cmAuthor id="2799" name="王景红" initials="王" lastIdx="0" clrIdx="2798"/>
  <p:cmAuthor id="2800" name="席金煜" initials="席" lastIdx="0" clrIdx="2799"/>
  <p:cmAuthor id="2801" name="樊佳佳" initials="樊" lastIdx="0" clrIdx="2800"/>
  <p:cmAuthor id="2802" name="甘超杰" initials="甘" lastIdx="0" clrIdx="2801"/>
  <p:cmAuthor id="2803" name="fgx" initials="f" lastIdx="0" clrIdx="2802"/>
  <p:cmAuthor id="2804" name="杨秀丰" initials="杨" lastIdx="0" clrIdx="2803"/>
  <p:cmAuthor id="2805" name="惠莲" initials="惠" lastIdx="0" clrIdx="2804"/>
  <p:cmAuthor id="2806" name="liang ma" initials="l" lastIdx="0" clrIdx="2805"/>
  <p:cmAuthor id="2807" name="高永刚" initials="高" lastIdx="0" clrIdx="2806"/>
  <p:cmAuthor id="2808" name="杨泽兵" initials="杨" lastIdx="0" clrIdx="2807"/>
  <p:cmAuthor id="2809" name="光启" initials="光" lastIdx="0" clrIdx="2808"/>
  <p:cmAuthor id="2810" name="侯雪飞" initials="侯" lastIdx="0" clrIdx="2809"/>
  <p:cmAuthor id="2811" name="太海峰" initials="太" lastIdx="0" clrIdx="2810"/>
  <p:cmAuthor id="2812" name="tianlu" initials="t" lastIdx="0" clrIdx="2811"/>
  <p:cmAuthor id="2813" name="ziteng" initials="z" lastIdx="0" clrIdx="2812"/>
  <p:cmAuthor id="2814" name="01" initials="0" lastIdx="0" clrIdx="2813"/>
  <p:cmAuthor id="2815" name="王宣武_6biyvuqi" initials="authorId_5412576" lastIdx="0" clrIdx="2814"/>
  <p:cmAuthor id="2816" name="崔岩 Yan Cui （捷途品牌事业部）" initials="崔岩" lastIdx="0" clrIdx="2815"/>
  <p:cmAuthor id="2817" name="Thomas Yao" initials="" lastIdx="0" clrIdx="2816"/>
  <p:cmAuthor id="2818" name="yu yao" initials="y" lastIdx="0" clrIdx="2817"/>
  <p:cmAuthor id="2819" name="Zuo,Ye" initials="Z" lastIdx="0" clrIdx="2818"/>
  <p:cmAuthor id="2820" name="bo ouyang" initials="bo" lastIdx="0" clrIdx="2819"/>
  <p:cmAuthor id="2821" name="唐泽天 Zetian Tang (瑞鲸  Rejoin)" initials="唐泽天" lastIdx="0" clrIdx="2820"/>
  <p:cmAuthor id="2822" name="Zhang Lixin" initials="ZL" lastIdx="0" clrIdx="2821"/>
  <p:cmAuthor id="2823" name="坤 王" initials="坤王" lastIdx="0" clrIdx="2822"/>
  <p:cmAuthor id="2824" name="樊鹏飞 Fan Pengfei" initials="樊鹏飞" lastIdx="0" clrIdx="2823"/>
  <p:cmAuthor id="2825" name="李创泽_Jf2uyAj6" initials="authorId_1493632872" lastIdx="0" clrIdx="2824"/>
  <p:cmAuthor id="2826" name="杨晶" initials="杨" lastIdx="0" clrIdx="2825"/>
  <p:cmAuthor id="2827" name="宋俭" initials="宋" lastIdx="0" clrIdx="2826"/>
  <p:cmAuthor id="2828" name="马伟媛" initials="马伟媛" lastIdx="0" clrIdx="2827"/>
  <p:cmAuthor id="2829" name="王忠彬" initials="王忠彬" lastIdx="0" clrIdx="2828"/>
  <p:cmAuthor id="2830" name="未知用户39" initials="未" lastIdx="0" clrIdx="2829"/>
  <p:cmAuthor id="2831" name="刘之尧" initials="刘" lastIdx="0" clrIdx="2830"/>
  <p:cmAuthor id="2832" name="罗明" initials="罗" lastIdx="0" clrIdx="2831"/>
  <p:cmAuthor id="2833" name="李刚" initials="李" lastIdx="0" clrIdx="2832"/>
  <p:cmAuthor id="2834" name="朋 王" initials="朋" lastIdx="0" clrIdx="2833"/>
  <p:cmAuthor id="2835" name="Zhangshuai" initials="MO用" lastIdx="0" clrIdx="2834"/>
  <p:cmAuthor id="2836" name="周蔷-市场中心_zANj7nyM" initials="authorId_1323117469" lastIdx="0" clrIdx="2835"/>
  <p:cmAuthor id="2837" name="汪一尧 Yiyao Wang (捷途品牌事业部)" initials="汪一尧" lastIdx="0" clrIdx="2836"/>
  <p:cmAuthor id="2838" name="高正青" initials="高" lastIdx="0" clrIdx="2837"/>
  <p:cmAuthor id="2839" name="Kathy" initials="K" lastIdx="0" clrIdx="2838"/>
  <p:cmAuthor id="2840" name="xuxu" initials="x" lastIdx="0" clrIdx="2839"/>
  <p:cmAuthor id="2841" name="郭亚茹" initials="郭" lastIdx="0" clrIdx="2840"/>
  <p:cmAuthor id="2842" name="房彬彬" initials="房" lastIdx="0" clrIdx="2841"/>
  <p:cmAuthor id="2843" name="刘云轩" initials="刘" lastIdx="0" clrIdx="2842"/>
  <p:cmAuthor id="2844" name="未知的使用者76" initials="未" lastIdx="0" clrIdx="2843"/>
  <p:cmAuthor id="2845" name="施恪" initials="施" lastIdx="0" clrIdx="2844"/>
  <p:cmAuthor id="2846" name="Christina" initials="C" lastIdx="0" clrIdx="2845"/>
  <p:cmAuthor id="2847" name="Unknown User28" initials="U" lastIdx="0" clrIdx="2846"/>
  <p:cmAuthor id="2848" name="Unknown User114" initials="U" lastIdx="0" clrIdx="2847"/>
  <p:cmAuthor id="2849" name="Unknown User63" initials="U" lastIdx="0" clrIdx="2848"/>
  <p:cmAuthor id="2850" name="Unknown User115" initials="U" lastIdx="0" clrIdx="2849"/>
  <p:cmAuthor id="2851" name="Unknown User116" initials="U" lastIdx="0" clrIdx="2850"/>
  <p:cmAuthor id="2852" name="Unknown User66" initials="U" lastIdx="0" clrIdx="2851"/>
  <p:cmAuthor id="2853" name="Unknown User67" initials="U" lastIdx="0" clrIdx="2852"/>
  <p:cmAuthor id="2854" name="Unknown User68" initials="U" lastIdx="0" clrIdx="2853"/>
  <p:cmAuthor id="2855" name="Unknown User69" initials="U" lastIdx="0" clrIdx="2854"/>
  <p:cmAuthor id="2856" name="未知的使用者114" initials="未" lastIdx="0" clrIdx="2855"/>
  <p:cmAuthor id="2857" name="未知的使用者134" initials="未" lastIdx="0" clrIdx="2856"/>
  <p:cmAuthor id="2858" name="未知的使用者99" initials="未" lastIdx="0" clrIdx="2857"/>
  <p:cmAuthor id="2859" name="未知的使用者100" initials="未" lastIdx="0" clrIdx="2858"/>
  <p:cmAuthor id="2860" name="未知的使用者149" initials="未" lastIdx="0" clrIdx="2859"/>
  <p:cmAuthor id="2861" name="未知的使用者58" initials="未" lastIdx="0" clrIdx="2860"/>
  <p:cmAuthor id="2862" name="未知的使用者135" initials="未" lastIdx="0" clrIdx="2861"/>
  <p:cmAuthor id="2863" name="未知的使用者133" initials="未" lastIdx="0" clrIdx="2862"/>
  <p:cmAuthor id="2864" name="未知用户105" initials="未" lastIdx="0" clrIdx="2863"/>
  <p:cmAuthor id="2865" name="Stacy Chiang" initials="S" lastIdx="0" clrIdx="2864"/>
  <p:cmAuthor id="2866" name="未知用户131" initials="未" lastIdx="0" clrIdx="2865"/>
  <p:cmAuthor id="2867" name="James" initials="J" lastIdx="0" clrIdx="2866"/>
  <p:cmAuthor id="2868" name="Unknown User112" initials="U" lastIdx="0" clrIdx="2867"/>
  <p:cmAuthor id="2869" name="Unknown User113" initials="U" lastIdx="0" clrIdx="2868"/>
  <p:cmAuthor id="2870" name="未知用户199" initials="未" lastIdx="0" clrIdx="2869"/>
  <p:cmAuthor id="2871" name="未知用户178" initials="未" lastIdx="0" clrIdx="2870"/>
  <p:cmAuthor id="2872" name="Evonlin" initials="E" lastIdx="0" clrIdx="2871"/>
  <p:cmAuthor id="2873" name="H-10856" initials="H" lastIdx="0" clrIdx="2872"/>
  <p:cmAuthor id="2874" name="燕紫" initials="燕" lastIdx="0" clrIdx="2873"/>
  <p:cmAuthor id="2875" name="风居住过的街道" initials="风" lastIdx="0" clrIdx="2874"/>
  <p:cmAuthor id="2876" name="明亮 孙" initials="明孙" lastIdx="0" clrIdx="2875"/>
  <p:cmAuthor id="2877" name="feipeng" initials="f" lastIdx="0" clrIdx="2876"/>
  <p:cmAuthor id="2878" name="王远建" initials="王" lastIdx="0" clrIdx="2877"/>
  <p:cmAuthor id="2879" name="李赟斐" initials="李" lastIdx="0" clrIdx="2878"/>
  <p:cmAuthor id="2880" name="肖金贵" initials="肖" lastIdx="0" clrIdx="2879"/>
  <p:cmAuthor id="2881" name="高帅" initials="高" lastIdx="0" clrIdx="2880"/>
  <p:cmAuthor id="2882" name="高玉振 Yuzhen Gao (研发总院 AERI)" initials="高玉振" lastIdx="0" clrIdx="2881"/>
  <p:cmAuthor id="2883" name="梅永泉" initials="梅" lastIdx="0" clrIdx="2882"/>
  <p:cmAuthor id="2884" name="迟新庆 Xinqing Chi (产品管理中心 PD)" initials="迟新庆" lastIdx="0" clrIdx="2883"/>
  <p:cmAuthor id="2885" name="00925" initials="0" lastIdx="0" clrIdx="2884"/>
  <p:cmAuthor id="2886" name="韩文豪 Wenhao Han (用户共创与产品管理中心)" initials="韩文豪" lastIdx="0" clrIdx="2885"/>
  <p:cmAuthor id="2887" name="正 路" initials="正路" lastIdx="0" clrIdx="2886"/>
  <p:cmAuthor id="2888" name="刘 睿" initials="刘" lastIdx="0" clrIdx="2887"/>
  <p:cmAuthor id="2889" name="chen.kaiqi" initials="c" lastIdx="0" clrIdx="2888"/>
  <p:cmAuthor id="2890" name="ZF" initials="ZF" lastIdx="0" clrIdx="2889"/>
  <p:cmAuthor id="2891" name="于书丹" initials="C" lastIdx="0" clrIdx="2890"/>
  <p:cmAuthor id="2892" name="夜尽迟渊_UrQfrmQZ" initials="authorId_501680251" lastIdx="0" clrIdx="2891"/>
  <p:cmAuthor id="2893" name="王丰_aE3uARfm" initials="authorId_383357774" lastIdx="0" clrIdx="2892"/>
  <p:cmAuthor id="2894" name="李楠10204198" initials="MSOffice" lastIdx="0" clrIdx="2893"/>
  <p:cmAuthor id="2895" name="未知用户301" initials="未" lastIdx="0" clrIdx="2894"/>
  <p:cmAuthor id="2896" name="未知用户306" initials="未" lastIdx="0" clrIdx="2895"/>
  <p:cmAuthor id="2897" name="张 青山" initials="张" lastIdx="0" clrIdx="2896"/>
  <p:cmAuthor id="2898" name="丁华乐_qaMraEby" initials="authorId_616659736" lastIdx="0" clrIdx="2897"/>
  <p:cmAuthor id="2899" name="罗平_QfY3MnyU" initials="authorId_1512265542" lastIdx="0" clrIdx="2898"/>
  <p:cmAuthor id="2900" name="虞新颖_36fmV3QV" initials="authorId_321496044" lastIdx="0" clrIdx="2899"/>
  <p:cmAuthor id="2901" name="10015046" initials="1" lastIdx="0" clrIdx="2900"/>
  <p:cmAuthor id="2902" name="zsc" initials="z" lastIdx="0" clrIdx="2901"/>
  <p:cmAuthor id="2903" name="zhangbai" initials="z" lastIdx="0" clrIdx="2902"/>
  <p:cmAuthor id="2904" name="hauwei" initials="h" lastIdx="0" clrIdx="2903"/>
  <p:cmAuthor id="2905" name="方" initials="方" lastIdx="0" clrIdx="2904"/>
  <p:cmAuthor id="2906" name="ma jialin" initials="mj" lastIdx="0" clrIdx="2905"/>
  <p:cmAuthor id="2907" name="pengy" initials="p" lastIdx="0" clrIdx="2906"/>
  <p:cmAuthor id="2908" name="牛翅宇" initials="牛" lastIdx="0" clrIdx="2907"/>
  <p:cmAuthor id="2909" name="黄铭" initials="黄" lastIdx="0" clrIdx="2908"/>
  <p:cmAuthor id="2910" name="代子杰" initials="代" lastIdx="0" clrIdx="2909"/>
  <p:cmAuthor id="2911" name="张秀平" initials="张" lastIdx="0" clrIdx="2910"/>
  <p:cmAuthor id="2912" name="田雪" initials="田" lastIdx="0" clrIdx="2911"/>
  <p:cmAuthor id="2913" name="莫厚安" initials="莫" lastIdx="0" clrIdx="2912"/>
  <p:cmAuthor id="2914" name="刘志成" initials="刘" lastIdx="0" clrIdx="2913"/>
  <p:cmAuthor id="2915" name="李世成" initials="李" lastIdx="0" clrIdx="2914"/>
  <p:cmAuthor id="2916" name="韩旭" initials="韩" lastIdx="0" clrIdx="2915"/>
  <p:cmAuthor id="2917" name="李灵" initials="李" lastIdx="0" clrIdx="2916"/>
  <p:cmAuthor id="2918" name="沉淀" initials="沉" lastIdx="0" clrIdx="2917"/>
  <p:cmAuthor id="2919" name="魏立路" initials="魏" lastIdx="0" clrIdx="2918"/>
  <p:cmAuthor id="2920" name="Jeffrey I. Beg" initials="JIB" lastIdx="0" clrIdx="2919"/>
  <p:cmAuthor id="2921" name="王 哲" initials="王" lastIdx="0" clrIdx="2920"/>
  <p:cmAuthor id="2922" name="马有军" initials="马" lastIdx="0" clrIdx="2921"/>
  <p:cmAuthor id="2923" name="李永新" initials="李" lastIdx="0" clrIdx="2922"/>
  <p:cmAuthor id="2924" name="李菁青" initials="李" lastIdx="0" clrIdx="2923"/>
  <p:cmAuthor id="2925" name="123" initials="1" lastIdx="0" clrIdx="2924"/>
  <p:cmAuthor id="2926" name="李欢欢" initials="李" lastIdx="0" clrIdx="2925"/>
  <p:cmAuthor id="2927" name="王青春" initials="王" lastIdx="0" clrIdx="2926"/>
  <p:cmAuthor id="2928" name="吴晨铭" initials="吴" lastIdx="0" clrIdx="2927"/>
  <p:cmAuthor id="2929" name="丘灏宇" initials="丘" lastIdx="0" clrIdx="2928"/>
  <p:cmAuthor id="2930" name="王仕明" initials="王" lastIdx="0" clrIdx="2929"/>
  <p:cmAuthor id="2931" name="Hey！Judy" initials="H" lastIdx="0" clrIdx="2930"/>
  <p:cmAuthor id="2932" name="song song" initials="s" lastIdx="0" clrIdx="2931"/>
  <p:cmAuthor id="2933" name="WPS_1592556096" initials="W" lastIdx="0" clrIdx="2932"/>
  <p:cmAuthor id="2934" name="沈永强" initials="沈" lastIdx="0" clrIdx="2933"/>
  <p:cmAuthor id="2935" name="臧蓓蓓" initials="臧" lastIdx="0" clrIdx="2934"/>
  <p:cmAuthor id="2936" name="王习习" initials="王" lastIdx="0" clrIdx="2935"/>
  <p:cmAuthor id="2937" name="Wang lei" initials="W" lastIdx="0" clrIdx="2936"/>
  <p:cmAuthor id="2938" name="yu.yang24" initials="y" lastIdx="0" clrIdx="2937"/>
  <p:cmAuthor id="2939" name="刘佳颖" initials="刘" lastIdx="0" clrIdx="2938"/>
  <p:cmAuthor id="2940" name="USER631805" initials="U" lastIdx="0" clrIdx="2939"/>
  <p:cmAuthor id="2941" name="Z star" initials="Zs" lastIdx="0" clrIdx="2940"/>
  <p:cmAuthor id="2942" name="10078380" initials="1" lastIdx="0" clrIdx="2941"/>
  <p:cmAuthor id="2943" name="18923" initials="1" lastIdx="0" clrIdx="2942"/>
  <p:cmAuthor id="2944" name="10066351" initials="1" lastIdx="0" clrIdx="2943"/>
  <p:cmAuthor id="2945" name="蔡建楠" initials="caijianna" lastIdx="0" clrIdx="2944"/>
  <p:cmAuthor id="2946" name="李蕾00009994" initials="李" lastIdx="0" clrIdx="2945"/>
  <p:cmAuthor id="2947" name="Phoebe" initials="P" lastIdx="0" clrIdx="2946"/>
  <p:cmAuthor id="2948" name="未知用户302" initials="未" lastIdx="0" clrIdx="2947"/>
  <p:cmAuthor id="2949" name="jinpengcheng" initials="j" lastIdx="0" clrIdx="2948"/>
  <p:cmAuthor id="2950" name="李芝兰" initials="李" lastIdx="0" clrIdx="2949"/>
  <p:cmAuthor id="2951" name="liyanit02" initials="l" lastIdx="0" clrIdx="2950"/>
  <p:cmAuthor id="2952" name="jinfanbo" initials="j" lastIdx="0" clrIdx="2951"/>
  <p:cmAuthor id="2953" name="Daigy" initials="D" lastIdx="0" clrIdx="2952"/>
  <p:cmAuthor id="2954" name="贾红喜" initials="贾" lastIdx="0" clrIdx="2953"/>
  <p:cmAuthor id="2955" name="宋志强" initials="宋志强" lastIdx="0" clrIdx="2954"/>
  <p:cmAuthor id="2956" name="张成真" initials="张" lastIdx="0" clrIdx="2955"/>
  <p:cmAuthor id="2957" name="????" initials="?" lastIdx="0" clrIdx="2956"/>
  <p:cmAuthor id="2958" name="萧然" initials="萧" lastIdx="0" clrIdx="2957"/>
  <p:cmAuthor id="2959" name="蔡江林" initials="蔡" lastIdx="0" clrIdx="2958"/>
  <p:cmAuthor id="2960" name="周平" initials="周" lastIdx="0" clrIdx="2959"/>
  <p:cmAuthor id="2961" name="姜亚荣" initials="姜" lastIdx="0" clrIdx="2960"/>
  <p:cmAuthor id="2962" name="WPS_1672491172" initials="W" lastIdx="0" clrIdx="2961"/>
  <p:cmAuthor id="2963" name="chen tianyu" initials="ct" lastIdx="0" clrIdx="2962"/>
  <p:cmAuthor id="2964" name="liuxin" initials="l" lastIdx="0" clrIdx="2963"/>
  <p:cmAuthor id="2965" name="汤瑞宽" initials="汤" lastIdx="0" clrIdx="2964"/>
  <p:cmAuthor id="2966" name="10551" initials="1" lastIdx="0" clrIdx="2965"/>
  <p:cmAuthor id="2967" name="黄 子成" initials="黄" lastIdx="0" clrIdx="2966"/>
  <p:cmAuthor id="2968" name="Sunyiyang" initials="S" lastIdx="0" clrIdx="2967"/>
  <p:cmAuthor id="2969" name="27637" initials="2" lastIdx="0" clrIdx="2968"/>
  <p:cmAuthor id="2970" name="Ryo-ching Teng (邓良谦)" initials="RT(" lastIdx="0" clrIdx="2969"/>
  <p:cmAuthor id="2971" name="胡健" initials="胡" lastIdx="0" clrIdx="2970"/>
  <p:cmAuthor id="2972" name="刘春江" initials="刘春江" lastIdx="0" clrIdx="2971"/>
  <p:cmAuthor id="2973" name="david bin" initials="d" lastIdx="0" clrIdx="2972"/>
  <p:cmAuthor id="2974" name="Roet-Reinking, Nathalie" initials="R" lastIdx="0" clrIdx="2973"/>
  <p:cmAuthor id="2975" name="黄佳妮" initials="黄" lastIdx="0" clrIdx="2974"/>
  <p:cmAuthor id="2976" name="张磊" initials="张" lastIdx="0" clrIdx="2975"/>
  <p:cmAuthor id="2977" name="2020073034" initials="2" lastIdx="0" clrIdx="2976"/>
  <p:cmAuthor id="2978" name="王 黎黎" initials="王" lastIdx="0" clrIdx="2977"/>
  <p:cmAuthor id="2979" name="未知用户188" initials="未" lastIdx="0" clrIdx="2978"/>
  <p:cmAuthor id="2980" name="2015052505" initials="2" lastIdx="0" clrIdx="2979"/>
  <p:cmAuthor id="2981" name="Ziyi Yang" initials="ZY" lastIdx="0" clrIdx="2980"/>
  <p:cmAuthor id="2982" name="2021042311" initials="2" lastIdx="0" clrIdx="2981"/>
  <p:cmAuthor id="2983" name="向文娟" initials="向文娟" lastIdx="0" clrIdx="2982"/>
  <p:cmAuthor id="2984" name="2018011107" initials="2" lastIdx="0" clrIdx="2983"/>
  <p:cmAuthor id="2985" name="2020120103" initials="2" lastIdx="0" clrIdx="2984"/>
  <p:cmAuthor id="2986" name="ASUS-" initials="A" lastIdx="0" clrIdx="2985"/>
  <p:cmAuthor id="2987" name="JK2021100502" initials="J" lastIdx="0" clrIdx="2986"/>
  <p:cmAuthor id="2988" name="20170722102" initials="2" lastIdx="0" clrIdx="2987"/>
  <p:cmAuthor id="2989" name="汪杨" initials="汪杨" lastIdx="0" clrIdx="2988"/>
  <p:cmAuthor id="2990" name="2022092918" initials="2" lastIdx="0" clrIdx="2989"/>
  <p:cmAuthor id="2991" name="JK2021060104" initials="J" lastIdx="0" clrIdx="2990"/>
  <p:cmAuthor id="2992" name="2022061406" initials="2" lastIdx="0" clrIdx="2991"/>
  <p:cmAuthor id="2993" name="张邦杰" initials="Z" lastIdx="0" clrIdx="2992"/>
  <p:cmAuthor id="2994" name="袁涛" initials="袁" lastIdx="0" clrIdx="2993"/>
  <p:cmAuthor id="2995" name="SL" initials="S" lastIdx="0" clrIdx="2994"/>
  <p:cmAuthor id="2996" name="amber" initials="a" lastIdx="0" clrIdx="2995"/>
  <p:cmAuthor id="2997" name="ll" initials="l" lastIdx="0" clrIdx="2996"/>
  <p:cmAuthor id="2998" name="Abel" initials="A" lastIdx="0" clrIdx="2997"/>
  <p:cmAuthor id="2999" name="许菁菁 Jingjing Xu (营销公司)" initials="许菁菁" lastIdx="0" clrIdx="2998"/>
  <p:cmAuthor id="3000" name="黄露 Lu Huang (研发总院 AERI)" initials="黄露" lastIdx="0" clrIdx="2999"/>
  <p:cmAuthor id="3001" name="2429064133@qq.com" initials="" lastIdx="0" clrIdx="3000"/>
  <p:cmAuthor id="3002" name="修改人编号：YG-208638,姓名：高乔" initials="高乔" lastIdx="0" clrIdx="3001"/>
  <p:cmAuthor id="3003" name="于晓雨 Xiaoyu Yu (营销公司)" initials="于晓雨" lastIdx="0" clrIdx="3002"/>
  <p:cmAuthor id="3004" name="HT20" initials="H" lastIdx="0" clrIdx="3003"/>
  <p:cmAuthor id="3005" name="weibi" initials="w" lastIdx="0" clrIdx="3004"/>
  <p:cmAuthor id="3006" name="wang dandi" initials="wd" lastIdx="0" clrIdx="3005"/>
  <p:cmAuthor id="3007" name="郭韡" initials="郭" lastIdx="0" clrIdx="3006"/>
  <p:cmAuthor id="3008" name="彦行 顾" initials="彦行" lastIdx="0" clrIdx="3007"/>
  <p:cmAuthor id="3009" name="城 谢" initials="城谢" lastIdx="0" clrIdx="3008"/>
  <p:cmAuthor id="3010" name="姜胜[COFCO\jiangsheng]" initials="姜胜" lastIdx="0" clrIdx="3009"/>
  <p:cmAuthor id="3011" name="438824148@qq.com" initials="4" lastIdx="0" clrIdx="3010"/>
  <p:cmAuthor id="3012" name="Cliff Shaoze He" initials="clhe" lastIdx="0" clrIdx="3011"/>
  <p:cmAuthor id="3013" name="琛怡 林" initials="琛怡" lastIdx="0" clrIdx="3012"/>
  <p:cmAuthor id="3014" name="Yuanhao" initials="Y" lastIdx="0" clrIdx="3013"/>
  <p:cmAuthor id="3015" name="WangYi" initials="W" lastIdx="0" clrIdx="3014"/>
  <p:cmAuthor id="3016" name="wei.xin" initials="w" lastIdx="0" clrIdx="3015"/>
  <p:cmAuthor id="3017" name="范颖捷" initials="Fanyj" lastIdx="0" clrIdx="3016"/>
  <p:cmAuthor id="3018" name="fenglih" initials="f" lastIdx="0" clrIdx="3017"/>
  <p:cmAuthor id="3019" name="Wurui (Ray)" initials="W(" lastIdx="0" clrIdx="3018"/>
  <p:cmAuthor id="3020" name="chen xiyan" initials="cx" lastIdx="0" clrIdx="3019"/>
  <p:cmAuthor id="3021" name="Shaozhang Wang" initials="SW" lastIdx="0" clrIdx="3020"/>
  <p:cmAuthor id="3022" name="段瑞祥" initials="段" lastIdx="0" clrIdx="3021"/>
  <p:cmAuthor id="3023" name="lihui" initials="l" lastIdx="0" clrIdx="3022"/>
  <p:cmAuthor id="3024" name="甜甜 万" initials="甜甜" lastIdx="0" clrIdx="3023"/>
  <p:cmAuthor id="3025" name="郭 珊珊" initials="郭" lastIdx="0" clrIdx="3024"/>
  <p:cmAuthor id="3026" name="孙傲" initials="孙" lastIdx="0" clrIdx="3025"/>
  <p:cmAuthor id="3027" name="fuyuhan" initials="f" lastIdx="0" clrIdx="3026"/>
  <p:cmAuthor id="3028" name="Tea" initials="T" lastIdx="0" clrIdx="3027"/>
  <p:cmAuthor id="3029" name="wangleiit2" initials="w" lastIdx="0" clrIdx="3028"/>
  <p:cmAuthor id="3030" name="江永祥" initials="江" lastIdx="0" clrIdx="3029"/>
  <p:cmAuthor id="3031" name="黄世胜" initials="黄" lastIdx="0" clrIdx="3030"/>
  <p:cmAuthor id="3032" name="胡伟峰" initials="胡" lastIdx="0" clrIdx="3031"/>
  <p:cmAuthor id="3033" name="宣庆婉" initials="宣" lastIdx="0" clrIdx="3032"/>
  <p:cmAuthor id="3034" name="尹华建" initials="尹" lastIdx="0" clrIdx="3033"/>
  <p:cmAuthor id="3035" name="杨继画" initials="杨" lastIdx="0" clrIdx="3034"/>
  <p:cmAuthor id="3036" name="吴倩梅" initials="吴" lastIdx="0" clrIdx="3035"/>
  <p:cmAuthor id="3037" name="姜珍珍" initials="姜" lastIdx="0" clrIdx="3036"/>
  <p:cmAuthor id="3038" name="吕跃" initials="吕" lastIdx="0" clrIdx="3037"/>
  <p:cmAuthor id="3039" name="Take yourself" initials="T" lastIdx="0" clrIdx="3038"/>
  <p:cmAuthor id="3040" name="张治成" initials="张" lastIdx="0" clrIdx="3039"/>
  <p:cmAuthor id="3041" name="陈真" initials="陈" lastIdx="0" clrIdx="3040"/>
  <p:cmAuthor id="3042" name="巴阿芳" initials="巴" lastIdx="0" clrIdx="3041"/>
  <p:cmAuthor id="3043" name="黄国媛" initials="黄" lastIdx="0" clrIdx="3042"/>
  <p:cmAuthor id="3044" name="吴忆静" initials="吴" lastIdx="0" clrIdx="3043"/>
  <p:cmAuthor id="3045" name="唐一鸣" initials="唐" lastIdx="0" clrIdx="3044"/>
  <p:cmAuthor id="3046" name="陆洋" initials="陆" lastIdx="0" clrIdx="3045"/>
  <p:cmAuthor id="3047" name="蒋莉" initials="蒋" lastIdx="0" clrIdx="3046"/>
  <p:cmAuthor id="3048" name="汪秀" initials="汪" lastIdx="0" clrIdx="3047"/>
  <p:cmAuthor id="3049" name="唐俊" initials="唐" lastIdx="0" clrIdx="3048"/>
  <p:cmAuthor id="3050" name="叶俊鹏" initials="叶" lastIdx="0" clrIdx="3049"/>
  <p:cmAuthor id="3051" name="王朝颖 Chaoying Wang （研发总院 AERI）" initials="王朝颖" lastIdx="0" clrIdx="3050"/>
  <p:cmAuthor id="3052" name="舒晓雪 Xiaoxue Shu （奇瑞科技）" initials="舒晓雪" lastIdx="0" clrIdx="3051"/>
  <p:cmAuthor id="3053" name="张红超 Hongchao Zhang (国际公司)" initials="张红超" lastIdx="0" clrIdx="3052"/>
  <p:cmAuthor id="3054" name="修改人编号：YG-207419,姓名：邹文" initials="鲍耿" lastIdx="0" clrIdx="3053"/>
  <p:cmAuthor id="3055" name="未知用户346" initials="未知用户346" lastIdx="0" clrIdx="3054"/>
  <p:cmAuthor id="3056" name="张萍·青栀 （新能源公司）" initials="张萍·青栀" lastIdx="0" clrIdx="3055"/>
  <p:cmAuthor id="3057" name="先生 刘" initials="先生" lastIdx="0" clrIdx="3056"/>
  <p:cmAuthor id="3058" name="周庆庆.芹菜 （新能源公司）" initials="周庆庆.芹菜" lastIdx="0" clrIdx="3057"/>
  <p:cmAuthor id="3059" name="drago" initials="d" lastIdx="0" clrIdx="3058"/>
  <p:cmAuthor id="3060" name="郑康生 Kangsheng Zheng (营销公司 Marketing)" initials="郑康生" lastIdx="0" clrIdx="3059"/>
  <p:cmAuthor id="3061" name="huimei19951116@outlook.com" initials="h" lastIdx="0" clrIdx="3060"/>
  <p:cmAuthor id="3062" name="54646530@qq.com" initials="5" lastIdx="0" clrIdx="3061"/>
  <p:cmAuthor id="3063" name="lixiaojia" initials="l" lastIdx="0" clrIdx="3062"/>
  <p:cmAuthor id="3064" name="陈子翔" initials="陈" lastIdx="0" clrIdx="3063"/>
  <p:cmAuthor id="3065" name="丁魏" initials="丁" lastIdx="0" clrIdx="3064"/>
  <p:cmAuthor id="3066" name="张文龙" initials="张" lastIdx="0" clrIdx="3065"/>
  <p:cmAuthor id="3067" name="徐永芳" initials="徐" lastIdx="0" clrIdx="3066"/>
  <p:cmAuthor id="3068" name="查贵源" initials="查" lastIdx="0" clrIdx="3067"/>
  <p:cmAuthor id="3069" name="李海清" initials="李" lastIdx="0" clrIdx="3068"/>
  <p:cmAuthor id="3070" name="武超" initials="武" lastIdx="0" clrIdx="3069"/>
  <p:cmAuthor id="3071" name="申子旺 Ziwang Shen (研发总院 AERI)" initials="申子旺" lastIdx="0" clrIdx="3070"/>
  <p:cmAuthor id="3072" name="赵建鑫" initials="赵" lastIdx="0" clrIdx="3071"/>
  <p:cmAuthor id="3073" name="张宇凡" initials="张" lastIdx="0" clrIdx="3072"/>
  <p:cmAuthor id="3074" name="陈欢04" initials="W用" lastIdx="0" clrIdx="3073"/>
  <p:cmAuthor id="3075" name="oliver" initials="o" lastIdx="0" clrIdx="3074"/>
  <p:cmAuthor id="3076" name="曹柳柳" initials="c" lastIdx="0" clrIdx="3075"/>
  <p:cmAuthor id="3077" name="李 昨日回眸" initials="李" lastIdx="0" clrIdx="3076"/>
  <p:cmAuthor id="3078" name="张成俊" initials="A" lastIdx="0" clrIdx="3077"/>
  <p:cmAuthor id="3079" name="李金鹏" initials="李" lastIdx="0" clrIdx="3078"/>
  <p:cmAuthor id="3080" name="叶秋" initials="叶" lastIdx="0" clrIdx="3079"/>
  <p:cmAuthor id="3081" name="小鱼儿" initials="小" lastIdx="0" clrIdx="3080"/>
  <p:cmAuthor id="3082" name="郭二杰" initials="郭" lastIdx="0" clrIdx="3081"/>
  <p:cmAuthor id="3083" name="MFC" initials="M" lastIdx="0" clrIdx="3082"/>
  <p:cmAuthor id="3084" name="吕朕" initials="吕" lastIdx="0" clrIdx="3083"/>
  <p:cmAuthor id="3085" name="jiangying" initials="j" lastIdx="0" clrIdx="3084"/>
  <p:cmAuthor id="3086" name="朱锡媛" initials="朱" lastIdx="0" clrIdx="3085"/>
  <p:cmAuthor id="3087" name="陆威" initials="陆" lastIdx="0" clrIdx="3086"/>
  <p:cmAuthor id="3088" name="李再恩" initials="李" lastIdx="0" clrIdx="3087"/>
  <p:cmAuthor id="3089" name="王静" initials="王" lastIdx="0" clrIdx="3088"/>
  <p:cmAuthor id="3090" name="刘华" initials="刘" lastIdx="0" clrIdx="3089"/>
  <p:cmAuthor id="3091" name="阴志勇" initials="阴" lastIdx="0" clrIdx="3090"/>
  <p:cmAuthor id="3092" name="曹向印" initials="曹" lastIdx="0" clrIdx="3091"/>
  <p:cmAuthor id="3093" name="胡晶晶" initials="胡" lastIdx="0" clrIdx="3092"/>
  <p:cmAuthor id="3094" name="杨晴怡" initials="杨" lastIdx="0" clrIdx="3093"/>
  <p:cmAuthor id="3095" name="王振荣 Zhenrong Wang (国际公司)" initials="王振荣" lastIdx="0" clrIdx="3094"/>
  <p:cmAuthor id="3096" name="朱 旭" initials="朱" lastIdx="0" clrIdx="3095"/>
  <p:cmAuthor id="3097" name="周树财 Shucai Zhou (研发总院 AERI)" initials="周树财" lastIdx="0" clrIdx="3096"/>
  <p:cmAuthor id="3098" name="超 孟" initials="超孟" lastIdx="0" clrIdx="3097"/>
  <p:cmAuthor id="3099" name="未知的使用者198" initials="未" lastIdx="0" clrIdx="3098"/>
  <p:cmAuthor id="3100" name="gulib" initials="g" lastIdx="0" clrIdx="3099"/>
  <p:cmAuthor id="3101" name="10209970" initials="1" lastIdx="0" clrIdx="3100"/>
  <p:cmAuthor id="3102" name="10072453" initials="1" lastIdx="0" clrIdx="3101"/>
  <p:cmAuthor id="3103" name="admin7" initials="l" lastIdx="0" clrIdx="3102"/>
  <p:cmAuthor id="3104" name="刘涛 Tao Liu （国际公司）" initials="刘涛" lastIdx="0" clrIdx="3103"/>
  <p:cmAuthor id="3105" name="培源" initials="培源" lastIdx="0" clrIdx="3104"/>
  <p:cmAuthor id="3106" name="梁亚栋" initials="authorId_233440905" lastIdx="0" clrIdx="3105"/>
  <p:cmAuthor id="3107" name="zheng" initials="ZJ" lastIdx="0" clrIdx="3106"/>
  <p:cmAuthor id="3108" name="李树松" initials="李" lastIdx="0" clrIdx="3107"/>
  <p:cmAuthor id="3109" name="沈琪文" initials="沈" lastIdx="0" clrIdx="3108"/>
  <p:cmAuthor id="3110" name="李雨涵" initials="李" lastIdx="0" clrIdx="3109"/>
  <p:cmAuthor id="3111" name="子卓 张" initials="子张" lastIdx="0" clrIdx="3110"/>
  <p:cmAuthor id="3112" name="王伊默" initials="王" lastIdx="0" clrIdx="3111"/>
  <p:cmAuthor id="3113" name="贾存杰" initials="贾" lastIdx="0" clrIdx="3112"/>
  <p:cmAuthor id="3114" name="李豪" initials="P" lastIdx="0" clrIdx="3113"/>
  <p:cmAuthor id="3115" name="高成" initials="高" lastIdx="0" clrIdx="3114"/>
  <p:cmAuthor id="3116" name="耿丽珍" initials="耿" lastIdx="0" clrIdx="3115"/>
  <p:cmAuthor id="3117" name="应明" initials="应" lastIdx="0" clrIdx="3116"/>
  <p:cmAuthor id="3118" name="刘九洲 Jiuzhou Liu （研发总院 AERI）" initials="刘九洲" lastIdx="0" clrIdx="3117"/>
  <p:cmAuthor id="3119" name="Lidong Zheng " initials="LZ郑C" lastIdx="0" clrIdx="3118"/>
  <p:cmAuthor id="3120" name="Michael" initials="" lastIdx="0" clrIdx="3119"/>
  <p:cmAuthor id="3121" name="王鑫 Xin Wang (产品管理中心 PD)" initials="王鑫" lastIdx="0" clrIdx="3120"/>
  <p:cmAuthor id="3122" name="贾雨飞_7N7jnuMR" initials="authorId_1176289224" lastIdx="0" clrIdx="3121"/>
  <p:cmAuthor id="3123" name="郭鑫" initials="郭" lastIdx="0" clrIdx="3122"/>
  <p:cmAuthor id="3124" name="刘双" initials="刘" lastIdx="0" clrIdx="3123"/>
  <p:cmAuthor id="3125" name="石金艳" initials="石" lastIdx="0" clrIdx="3124"/>
  <p:cmAuthor id="3126" name="刘强" initials="刘" lastIdx="0" clrIdx="3125"/>
  <p:cmAuthor id="3127" name="TPM" initials="T" lastIdx="0" clrIdx="3126"/>
  <p:cmAuthor id="3128" name="郑宽云" initials="郑宽云" lastIdx="0" clrIdx="3127"/>
  <p:cmAuthor id="3129" name="tonyliu" initials="t" lastIdx="0" clrIdx="3128"/>
  <p:cmAuthor id="3130" name="yangmh45" initials="y" lastIdx="0" clrIdx="3129"/>
  <p:cmAuthor id="3131" name="孙行者" initials="孙" lastIdx="0" clrIdx="3130"/>
  <p:cmAuthor id="3132" name="未知的使用者102" initials="未" lastIdx="0" clrIdx="3131"/>
  <p:cmAuthor id="3133" name="針對所選的門市進行小範圍實驗，捕捉驅動績效的關鍵影響因子" initials="針" lastIdx="0" clrIdx="3132"/>
  <p:cmAuthor id="3134" name="刘朋得" initials="刘" lastIdx="0" clrIdx="3133"/>
  <p:cmAuthor id="3135" name="Louis Lu" initials="L" lastIdx="0" clrIdx="3134"/>
  <p:cmAuthor id="3136" name="mawei19" initials="m" lastIdx="0" clrIdx="3135"/>
  <p:cmAuthor id="3137" name="Kate Sillitoe (HI)" initials="K" lastIdx="0" clrIdx="3136"/>
  <p:cmAuthor id="3138" name="未知用户128" initials="未" lastIdx="0" clrIdx="3137"/>
  <p:cmAuthor id="3139" name="王 一鸣" initials="王" lastIdx="0" clrIdx="3138"/>
  <p:cmAuthor id="3140" name="方凯" initials="方" lastIdx="0" clrIdx="3139"/>
  <p:cmAuthor id="3141" name="Well Li" initials="W" lastIdx="0" clrIdx="3140"/>
  <p:cmAuthor id="3142" name="未知用户328" initials="未" lastIdx="0" clrIdx="3141"/>
  <p:cmAuthor id="3143" name="刘杰" initials="刘" lastIdx="0" clrIdx="3142"/>
  <p:cmAuthor id="3144" name="赵玉莹 Yuying Zhao （研发总院 AERI）" initials="赵玉莹" lastIdx="0" clrIdx="3143"/>
  <p:cmAuthor id="3145" name="谢雨竺" initials="谢" lastIdx="0" clrIdx="3144"/>
  <p:cmAuthor id="3146" name="宋卓" initials="宋" lastIdx="0" clrIdx="3145"/>
  <p:cmAuthor id="3147" name="等不到时光等天亮" initials="等" lastIdx="0" clrIdx="3146"/>
  <p:cmAuthor id="3148" name="胡新骏" initials="胡" lastIdx="0" clrIdx="3147"/>
  <p:cmAuthor id="3149" name="张小凤" initials="张" lastIdx="0" clrIdx="3148"/>
  <p:cmAuthor id="3150" name="胡震 Zhen Hu (计划物流中心)" initials="胡震" lastIdx="0" clrIdx="3149"/>
  <p:cmAuthor id="3151" name="扈秀玮" initials="扈" lastIdx="0" clrIdx="3150"/>
  <p:cmAuthor id="3152" name="王克亮" initials="王" lastIdx="0" clrIdx="3151"/>
  <p:cmAuthor id="3153" name="孙飞" initials="孙" lastIdx="0" clrIdx="3152"/>
  <p:cmAuthor id="3154" name="马骋" initials="马" lastIdx="0" clrIdx="3153"/>
  <p:cmAuthor id="3155" name="亦言亦歌" initials="亦" lastIdx="0" clrIdx="3154"/>
  <p:cmAuthor id="3156" name="哇哈哈" initials="哇" lastIdx="0" clrIdx="3155"/>
  <p:cmAuthor id="3157" name="WPS_1527909702" initials="W" lastIdx="0" clrIdx="3156"/>
  <p:cmAuthor id="3158" name="孙沙沙" initials="孙" lastIdx="0" clrIdx="3157"/>
  <p:cmAuthor id="3159" name="王成晨" initials="王" lastIdx="0" clrIdx="3158"/>
  <p:cmAuthor id="3160" name="马关益" initials="马" lastIdx="0" clrIdx="3159"/>
  <p:cmAuthor id="3161" name="李晓青" initials="李" lastIdx="0" clrIdx="3160"/>
  <p:cmAuthor id="3162" name="滕宇航" initials="滕" lastIdx="0" clrIdx="3161"/>
  <p:cmAuthor id="3163" name="刘成龙" initials="刘" lastIdx="0" clrIdx="3162"/>
  <p:cmAuthor id="3164" name="范星 Xing Fan (外派组)" initials="范星" lastIdx="0" clrIdx="3163"/>
  <p:cmAuthor id="3165" name="郭江涛" initials="郭" lastIdx="0" clrIdx="3164"/>
  <p:cmAuthor id="3166" name="刘菲" initials="刘" lastIdx="0" clrIdx="3165"/>
  <p:cmAuthor id="3167" name="独行浪子" initials="独" lastIdx="0" clrIdx="3166"/>
  <p:cmAuthor id="3168" name="何子奇" initials="何" lastIdx="0" clrIdx="3167"/>
  <p:cmAuthor id="3169" name="WPS_199718643" initials="W" lastIdx="0" clrIdx="3168"/>
  <p:cmAuthor id="3170" name="杨梦丽" initials="杨" lastIdx="0" clrIdx="3169"/>
  <p:cmAuthor id="3171" name="王天琛" initials="王" lastIdx="0" clrIdx="3170"/>
  <p:cmAuthor id="3172" name="陆建安" initials="陆" lastIdx="0" clrIdx="3171"/>
  <p:cmAuthor id="3173" name="邢晓曼" initials="邢" lastIdx="0" clrIdx="3172"/>
  <p:cmAuthor id="3174" name="倪郝白" initials="倪郝白" lastIdx="0" clrIdx="3173"/>
  <p:cmAuthor id="3175" name="王嘉赫" initials="王" lastIdx="0" clrIdx="3174"/>
  <p:cmAuthor id="3176" name="邢刚" initials="邢" lastIdx="0" clrIdx="3175"/>
  <p:cmAuthor id="3177" name="叶宇轩" initials="叶" lastIdx="0" clrIdx="3176"/>
  <p:cmAuthor id="3178" name="张泽义" initials="张" lastIdx="0" clrIdx="3177"/>
  <p:cmAuthor id="3179" name="Vikar - Chery" initials="VC" lastIdx="0" clrIdx="3178"/>
  <p:cmAuthor id="3180" name="我   便一直笑" initials="我" lastIdx="0" clrIdx="3179"/>
  <p:cmAuthor id="3181" name="王振普" initials="王" lastIdx="0" clrIdx="3180"/>
  <p:cmAuthor id="3182" name="刘健" initials="刘" lastIdx="0" clrIdx="3181"/>
  <p:cmAuthor id="3183" name="孟雷" initials="孟" lastIdx="0" clrIdx="3182"/>
  <p:cmAuthor id="3184" name="陈婷" initials="陈" lastIdx="0" clrIdx="3183"/>
  <p:cmAuthor id="3185" name="刘欢" initials="刘" lastIdx="0" clrIdx="3184"/>
  <p:cmAuthor id="3186" name="李文静" initials="李" lastIdx="0" clrIdx="3185"/>
  <p:cmAuthor id="3187" name="袁文" initials="袁" lastIdx="0" clrIdx="3186"/>
  <p:cmAuthor id="3188" name="林超" initials="林" lastIdx="0" clrIdx="3187"/>
  <p:cmAuthor id="3189" name="彭兴逸" initials="彭" lastIdx="0" clrIdx="3188"/>
  <p:cmAuthor id="3190" name="王海祥" initials="王" lastIdx="0" clrIdx="3189"/>
  <p:cmAuthor id="3191" name="汪星" initials="汪" lastIdx="0" clrIdx="3190"/>
  <p:cmAuthor id="3192" name="束永港" initials="束" lastIdx="0" clrIdx="3191"/>
  <p:cmAuthor id="3193" name="小岛千秋" initials="小" lastIdx="0" clrIdx="3192"/>
  <p:cmAuthor id="3194" name="张家徽" initials="张" lastIdx="0" clrIdx="3193"/>
  <p:cmAuthor id="3195" name="马鑫鹏" initials="马" lastIdx="0" clrIdx="3194"/>
  <p:cmAuthor id="3196" name="慈程程" initials="慈" lastIdx="0" clrIdx="3195"/>
  <p:cmAuthor id="3197" name="朱真佳" initials="朱" lastIdx="0" clrIdx="3196"/>
  <p:cmAuthor id="3198" name="汪杰" initials="汪" lastIdx="0" clrIdx="3197"/>
  <p:cmAuthor id="3199" name="单际超Gill" initials="单" lastIdx="0" clrIdx="3198"/>
  <p:cmAuthor id="3200" name="焦铭越" initials="焦" lastIdx="0" clrIdx="3199"/>
  <p:cmAuthor id="3201" name="许志成" initials="许" lastIdx="0" clrIdx="3200"/>
  <p:cmAuthor id="3202" name="90505206" initials="9" lastIdx="0" clrIdx="3201"/>
  <p:cmAuthor id="3203" name="陈旭鹏" initials="陈" lastIdx="0" clrIdx="3202"/>
  <p:cmAuthor id="3204" name="柯楠" initials="柯" lastIdx="0" clrIdx="3203"/>
  <p:cmAuthor id="3205" name="侯怡然" initials="侯" lastIdx="0" clrIdx="3204"/>
  <p:cmAuthor id="3206" name="于嫒佳" initials="于" lastIdx="0" clrIdx="3205"/>
  <p:cmAuthor id="3207" name="翁冬春" initials="翁" lastIdx="0" clrIdx="3206"/>
  <p:cmAuthor id="3208" name="魏文" initials="魏" lastIdx="0" clrIdx="3207"/>
  <p:cmAuthor id="3209" name="贾昕明" initials="贾" lastIdx="0" clrIdx="3208"/>
  <p:cmAuthor id="3210" name="徐逸阳" initials="徐" lastIdx="0" clrIdx="3209"/>
  <p:cmAuthor id="3211" name="潘嘉晨" initials="潘" lastIdx="0" clrIdx="3210"/>
  <p:cmAuthor id="3212" name="施梅婷" initials="施" lastIdx="0" clrIdx="3211"/>
  <p:cmAuthor id="3213" name="吴春燕 Chunyan Wu （财务中心）" initials="吴春燕" lastIdx="0" clrIdx="3212"/>
  <p:cmAuthor id="3214" name="陶婷婷" initials="陶" lastIdx="0" clrIdx="3213"/>
  <p:cmAuthor id="3215" name="WHY" initials="W" lastIdx="0" clrIdx="3214"/>
  <p:cmAuthor id="3216" name="徐徐而升  若若而木" initials="徐" lastIdx="0" clrIdx="3215"/>
  <p:cmAuthor id="3217" name="卫恩鹏" initials="卫" lastIdx="0" clrIdx="3216"/>
  <p:cmAuthor id="3218" name="申虎" initials="申" lastIdx="0" clrIdx="3217"/>
  <p:cmAuthor id="3219" name="李致远" initials="李" lastIdx="0" clrIdx="3218"/>
  <p:cmAuthor id="3220" name="王云鹤" initials="王" lastIdx="0" clrIdx="3219"/>
  <p:cmAuthor id="3221" name="肖天羽" initials="肖" lastIdx="0" clrIdx="3220"/>
  <p:cmAuthor id="3222" name="郭忠奎" initials="郭" lastIdx="0" clrIdx="3221"/>
  <p:cmAuthor id="3223" name="WPS_1666002627" initials="W" lastIdx="0" clrIdx="3222"/>
  <p:cmAuthor id="3224" name="于秋伟" initials="于" lastIdx="0" clrIdx="3223"/>
  <p:cmAuthor id="3225" name="汪超" initials="汪" lastIdx="0" clrIdx="3224"/>
  <p:cmAuthor id="3226" name="孙炜聪" initials="孙" lastIdx="0" clrIdx="3225"/>
  <p:cmAuthor id="3227" name="谢宇杰" initials="谢" lastIdx="0" clrIdx="3226"/>
  <p:cmAuthor id="3228" name="北河启明" initials="北" lastIdx="0" clrIdx="3227"/>
  <p:cmAuthor id="3229" name="骆军" initials="骆" lastIdx="0" clrIdx="3228"/>
  <p:cmAuthor id="3230" name="张正楠" initials="张" lastIdx="0" clrIdx="3229"/>
  <p:cmAuthor id="3231" name="梁维东" initials="梁" lastIdx="0" clrIdx="3230"/>
  <p:cmAuthor id="3232" name="季启琴" initials="季" lastIdx="0" clrIdx="3231"/>
  <p:cmAuthor id="3233" name="王应楠" initials="王" lastIdx="0" clrIdx="3232"/>
  <p:cmAuthor id="3234" name="紫水晶" initials="紫" lastIdx="0" clrIdx="3233"/>
  <p:cmAuthor id="3235" name="穆驰" initials="穆" lastIdx="0" clrIdx="3234"/>
  <p:cmAuthor id="3236" name="宋庭船" initials="宋" lastIdx="0" clrIdx="3235"/>
  <p:cmAuthor id="3237" name="隋柏阳" initials="隋" lastIdx="0" clrIdx="3236"/>
  <p:cmAuthor id="3238" name="付佳宁" initials="付" lastIdx="0" clrIdx="3237"/>
  <p:cmAuthor id="3239" name="陌惜✨" initials="陌" lastIdx="0" clrIdx="3238"/>
  <p:cmAuthor id="3240" name="倪雪融" initials="倪" lastIdx="0" clrIdx="3239"/>
  <p:cmAuthor id="3241" name="吕桃林" initials="吕" lastIdx="0" clrIdx="3240"/>
  <p:cmAuthor id="3242" name="汤飞" initials="汤" lastIdx="0" clrIdx="3241"/>
  <p:cmAuthor id="3243" name="恩龙 薛" initials="恩薛" lastIdx="0" clrIdx="3242"/>
  <p:cmAuthor id="3244" name="私王孟" initials="私" lastIdx="0" clrIdx="3243"/>
  <p:cmAuthor id="3245" name="李卫星" initials="李" lastIdx="0" clrIdx="3244"/>
  <p:cmAuthor id="3246" name="何淼" initials="何" lastIdx="0" clrIdx="3245"/>
  <p:cmAuthor id="3247" name="许良" initials="许" lastIdx="0" clrIdx="3246"/>
  <p:cmAuthor id="3248" name="陈磊" initials="陈" lastIdx="0" clrIdx="3247"/>
  <p:cmAuthor id="3249" name="戴淼" initials="md" lastIdx="0" clrIdx="3248"/>
  <p:cmAuthor id="3250" name="王亚飞" initials="" lastIdx="0" clrIdx="3249"/>
  <p:cmAuthor id="3251" name="Luxi SU" initials="" lastIdx="0" clrIdx="3250"/>
  <p:cmAuthor id="3252" name="雅鑫" initials="雅鑫" lastIdx="0" clrIdx="3251"/>
  <p:cmAuthor id="3253" name="heweisheng" initials="h" lastIdx="0" clrIdx="3252"/>
  <p:cmAuthor id="3254" name="godsm" initials="g" lastIdx="0" clrIdx="3253"/>
  <p:cmAuthor id="3255" name="呵呵呵" initials="呵" lastIdx="0" clrIdx="3254"/>
  <p:cmAuthor id="3256" name="liang" initials="l" lastIdx="0" clrIdx="3255"/>
  <p:cmAuthor id="3257" name="周 子龙" initials="周" lastIdx="0" clrIdx="3256"/>
  <p:cmAuthor id="3258" name="赵 路" initials="赵" lastIdx="0" clrIdx="3257"/>
  <p:cmAuthor id="3259" name="Zengyuan Zheng" initials="ZZ" lastIdx="0" clrIdx="3258"/>
  <p:cmAuthor id="3260" name="00035181" initials="0" lastIdx="0" clrIdx="3259"/>
  <p:cmAuthor id="3261" name="张燕" initials="MSOffice" lastIdx="0" clrIdx="3260"/>
  <p:cmAuthor id="3262" name="朱常宝10028539" initials="朱常宝10028539" lastIdx="0" clrIdx="3261"/>
  <p:cmAuthor id="3263" name="YanHong" initials="YH" lastIdx="0" clrIdx="3262"/>
  <p:cmAuthor id="3264" name="CHINA" initials="C" lastIdx="0" clrIdx="3263"/>
  <p:cmAuthor id="3265" name="Feng Peng" initials="FP [7]" lastIdx="0" clrIdx="3264"/>
  <p:cmAuthor id="3266" name="sa saj" initials="ss" lastIdx="0" clrIdx="3265"/>
  <p:cmAuthor id="3267" name="张佚名" initials="张佚名" lastIdx="0" clrIdx="3266"/>
  <p:cmAuthor id="3268" name="洪佳伟 Jiawei Hong (营销公司 Marketing)" initials="洪佳伟" lastIdx="0" clrIdx="3267"/>
  <p:cmAuthor id="3269" name="丁芙蓉" initials="丁" lastIdx="0" clrIdx="3268"/>
  <p:cmAuthor id="3270" name="王建荣 Jianrong Wang (财务部 Finance)" initials="王建荣" lastIdx="0" clrIdx="3269"/>
  <p:cmAuthor id="3271" name="王旭" initials="王旭" lastIdx="0" clrIdx="3270"/>
  <p:cmAuthor id="3272" name="54227" initials="5" lastIdx="0" clrIdx="3271"/>
  <p:cmAuthor id="3273" name="496837542@qq.com" initials="4" lastIdx="0" clrIdx="3272"/>
  <p:cmAuthor id="3274" name="y" initials="y" lastIdx="0" clrIdx="3273"/>
  <p:cmAuthor id="3275" name="pcauto" initials="p" lastIdx="0" clrIdx="3274"/>
  <p:cmAuthor id="3276" name="徐康" initials="徐康" lastIdx="0" clrIdx="3275"/>
  <p:cmAuthor id="3277" name="城" initials="城" lastIdx="0" clrIdx="3276"/>
  <p:cmAuthor id="3278" name="Paula White (Silver Fox)" initials="P" lastIdx="0" clrIdx="3277"/>
  <p:cmAuthor id="3279" name="yiwei zhu" initials="y" lastIdx="0" clrIdx="3278"/>
  <p:cmAuthor id="3280" name="anan" initials="a" lastIdx="0" clrIdx="3279"/>
  <p:cmAuthor id="3281" name="尹琦-商业广告_QvumFjU3" initials="尹" lastIdx="0" clrIdx="3280"/>
  <p:cmAuthor id="3282" name="cheng.wenying" initials="c" lastIdx="0" clrIdx="3281"/>
  <p:cmAuthor id="3283" name="Lam" initials="L" lastIdx="0" clrIdx="3282"/>
  <p:cmAuthor id="3284" name="李奉" initials="李奉" lastIdx="0" clrIdx="3283"/>
  <p:cmAuthor id="3285" name="叶得会" initials="叶" lastIdx="0" clrIdx="3284"/>
  <p:cmAuthor id="3286" name="品先 张" initials="品先" lastIdx="0" clrIdx="3285"/>
  <p:cmAuthor id="3287" name="hou.xiaolin1@byd.com" initials="候小林" lastIdx="0" clrIdx="3286"/>
  <p:cmAuthor id="3288" name="wu.suhang" initials="w" lastIdx="0" clrIdx="3287"/>
  <p:cmAuthor id="3289" name="52818689@qq.com" initials="5" lastIdx="0" clrIdx="3288"/>
  <p:cmAuthor id="3290" name="宋昆" initials="宋" lastIdx="0" clrIdx="3289"/>
  <p:cmAuthor id="3291" name="xiong" initials="x" lastIdx="0" clrIdx="3290"/>
  <p:cmAuthor id="3292" name="Sandra" initials="S" lastIdx="0" clrIdx="3291"/>
  <p:cmAuthor id="3293" name="陈蕾" initials="陈" lastIdx="0" clrIdx="3292"/>
  <p:cmAuthor id="3294" name="ALA11.黄宜隆" initials="A" lastIdx="0" clrIdx="3293"/>
  <p:cmAuthor id="3295" name="陈 源晨" initials="陈" lastIdx="0" clrIdx="3294"/>
  <p:cmAuthor id="3296" name="gyb1" initials="g" lastIdx="0" clrIdx="3295"/>
  <p:cmAuthor id="3297" name="admin2" initials="a" lastIdx="0" clrIdx="3296"/>
  <p:cmAuthor id="3298" name="陈 思宇" initials="陈" lastIdx="0" clrIdx="3297"/>
  <p:cmAuthor id="3299" name="Yin Huang" initials="YH" lastIdx="0" clrIdx="3298"/>
  <p:cmAuthor id="3300" name="罗婧怡" initials="罗" lastIdx="0" clrIdx="3299"/>
  <p:cmAuthor id="3301" name="office office" initials="oo" lastIdx="0" clrIdx="3300"/>
  <p:cmAuthor id="3302" name="李欣" initials="李" lastIdx="0" clrIdx="3301"/>
  <p:cmAuthor id="3303" name="王宁02" initials="王宁" lastIdx="0" clrIdx="3302"/>
  <p:cmAuthor id="3304" name="jiwei" initials="j" lastIdx="0" clrIdx="3303"/>
  <p:cmAuthor id="3305" name="lincyrao" initials="" lastIdx="0" clrIdx="3304"/>
  <p:cmAuthor id="3306" name="610007" initials="6" lastIdx="0" clrIdx="3305"/>
  <p:cmAuthor id="3307" name="Y Y" initials="YY" lastIdx="0" clrIdx="3306"/>
  <p:cmAuthor id="3308" name="胡晓余" initials="胡" lastIdx="0" clrIdx="3307"/>
  <p:cmAuthor id="3309" name="李红欣" initials="李" lastIdx="0" clrIdx="3308"/>
  <p:cmAuthor id="3310" name="Flora WPS" initials="F" lastIdx="0" clrIdx="3309"/>
  <p:cmAuthor id="3311" name="汪挺" initials="汪" lastIdx="0" clrIdx="3310"/>
  <p:cmAuthor id="3312" name="王志轩" initials="王" lastIdx="0" clrIdx="3311"/>
  <p:cmAuthor id="3313" name="苏葵清" initials="苏" lastIdx="0" clrIdx="3312"/>
  <p:cmAuthor id="3314" name="杨水泉" initials="杨" lastIdx="0" clrIdx="3313"/>
  <p:cmAuthor id="3315" name="张恒先" initials="张" lastIdx="0" clrIdx="3314"/>
  <p:cmAuthor id="3316" name="冯玮" initials="冯" lastIdx="0" clrIdx="3315"/>
  <p:cmAuthor id="3317" name="杜林威 Linwei Du （供应商 supplier）" initials="杜" lastIdx="0" clrIdx="3316"/>
  <p:cmAuthor id="3318" name="封苗慧" initials="封" lastIdx="0" clrIdx="3317"/>
  <p:cmAuthor id="3319" name="吴家骏" initials="吴" lastIdx="0" clrIdx="3318"/>
  <p:cmAuthor id="3320" name="余勇" initials="余" lastIdx="0" clrIdx="3319"/>
  <p:cmAuthor id="3321" name="王立" initials="王" lastIdx="0" clrIdx="3320"/>
  <p:cmAuthor id="3322" name="廖志宏" initials="廖" lastIdx="0" clrIdx="3321"/>
  <p:cmAuthor id="3323" name="龚晗" initials="龚" lastIdx="0" clrIdx="3322"/>
  <p:cmAuthor id="3324" name="李明珠" initials="李" lastIdx="0" clrIdx="3323"/>
  <p:cmAuthor id="3325" name="左新钢" initials="左" lastIdx="0" clrIdx="3324"/>
  <p:cmAuthor id="3326" name="张东岳" initials="张" lastIdx="0" clrIdx="3325"/>
  <p:cmAuthor id="3327" name="张友媛 Youyuan Zhang (质管中心 QC)" initials="张友媛" lastIdx="0" clrIdx="3326"/>
  <p:cmAuthor id="3328" name="张洁" initials="张" lastIdx="0" clrIdx="3327"/>
  <p:cmAuthor id="3329" name="李叙衡" initials="李" lastIdx="0" clrIdx="3328"/>
  <p:cmAuthor id="3330" name="花花.[太阳]" initials="花" lastIdx="0" clrIdx="3329"/>
  <p:cmAuthor id="3331" name="WPS" initials="W" lastIdx="0" clrIdx="3330"/>
  <p:cmAuthor id="3332" name="张永见" initials="张" lastIdx="0" clrIdx="3331"/>
  <p:cmAuthor id="3333" name="王开勋" initials="王" lastIdx="0" clrIdx="3332"/>
  <p:cmAuthor id="3334" name="高奕斐" initials="高" lastIdx="0" clrIdx="3333"/>
  <p:cmAuthor id="3335" name="傅福美" initials="傅" lastIdx="0" clrIdx="3334"/>
  <p:cmAuthor id="3336" name="王成龙" initials="王" lastIdx="0" clrIdx="3335"/>
  <p:cmAuthor id="3337" name="刘腾" initials="刘" lastIdx="0" clrIdx="3336"/>
  <p:cmAuthor id="3338" name="李鹏飞" initials="李" lastIdx="0" clrIdx="3337"/>
  <p:cmAuthor id="3339" name="廖景春" initials="廖" lastIdx="0" clrIdx="3338"/>
  <p:cmAuthor id="3340" name="饶潇" initials="饶" lastIdx="0" clrIdx="3339"/>
  <p:cmAuthor id="3341" name="胡乃成" initials="胡" lastIdx="0" clrIdx="3340"/>
  <p:cmAuthor id="3342" name="杨敬萍" initials="杨" lastIdx="0" clrIdx="3341"/>
  <p:cmAuthor id="3343" name="李晰" initials="李" lastIdx="0" clrIdx="3342"/>
  <p:cmAuthor id="3344" name="王俊伟" initials="王" lastIdx="0" clrIdx="3343"/>
  <p:cmAuthor id="3345" name="张雨萌" initials="张" lastIdx="0" clrIdx="3344"/>
  <p:cmAuthor id="3346" name="hpguan" initials="h" lastIdx="0" clrIdx="3345"/>
  <p:cmAuthor id="3347" name="邓大树" initials="邓" lastIdx="0" clrIdx="3346"/>
  <p:cmAuthor id="3348" name="安银良" initials="安" lastIdx="0" clrIdx="3347"/>
  <p:cmAuthor id="3349" name="王浩行" initials="王" lastIdx="0" clrIdx="3348"/>
  <p:cmAuthor id="3350" name="ZYSR-XY" initials="Z" lastIdx="0" clrIdx="3349"/>
  <p:cmAuthor id="3351" name="王欢" initials="王" lastIdx="0" clrIdx="3350"/>
  <p:cmAuthor id="3352" name="胡永欢" initials="胡" lastIdx="0" clrIdx="3351"/>
  <p:cmAuthor id="3353" name="丁桂琴" initials="丁" lastIdx="0" clrIdx="3352"/>
  <p:cmAuthor id="3354" name="王英灿" initials="王" lastIdx="0" clrIdx="3353"/>
  <p:cmAuthor id="3355" name="宋少霞" initials="宋" lastIdx="0" clrIdx="3354"/>
  <p:cmAuthor id="3356" name="吴与伦" initials="吴" lastIdx="0" clrIdx="3355"/>
  <p:cmAuthor id="3357" name="宋华" initials="宋" lastIdx="0" clrIdx="3356"/>
  <p:cmAuthor id="3358" name="齐瑞环" initials="齐" lastIdx="0" clrIdx="3357"/>
  <p:cmAuthor id="3359" name="谢寅" initials="谢" lastIdx="0" clrIdx="3358"/>
  <p:cmAuthor id="3360" name="赵天" initials="赵" lastIdx="0" clrIdx="3359"/>
  <p:cmAuthor id="3361" name="刘瑞" initials="刘" lastIdx="0" clrIdx="3360"/>
  <p:cmAuthor id="3362" name="邢雨婷" initials="邢" lastIdx="0" clrIdx="3361"/>
  <p:cmAuthor id="3363" name="丁利" initials="丁" lastIdx="0" clrIdx="3362"/>
  <p:cmAuthor id="3364" name="权磊" initials="权" lastIdx="0" clrIdx="3363"/>
  <p:cmAuthor id="3365" name="WPS_1708684622" initials="W" lastIdx="0" clrIdx="3364"/>
  <p:cmAuthor id="3366" name="陶小雨" initials="陶" lastIdx="0" clrIdx="3365"/>
  <p:cmAuthor id="3367" name="刘倩雯" initials="刘" lastIdx="0" clrIdx="3366"/>
  <p:cmAuthor id="3368" name="徐明龙" initials="徐" lastIdx="0" clrIdx="3367"/>
  <p:cmAuthor id="3369" name="路伟晴" initials="路" lastIdx="0" clrIdx="3368"/>
  <p:cmAuthor id="3370" name="汪菲" initials="汪" lastIdx="0" clrIdx="3369"/>
  <p:cmAuthor id="3371" name="贾凯" initials="贾" lastIdx="0" clrIdx="3370"/>
  <p:cmAuthor id="3372" name="李君浩" initials="李" lastIdx="0" clrIdx="3371"/>
  <p:cmAuthor id="3373" name="叶晗" initials="叶" lastIdx="0" clrIdx="3372"/>
  <p:cmAuthor id="3374" name="仇文强" initials="仇" lastIdx="0" clrIdx="3373"/>
  <p:cmAuthor id="3375" name="龚声铮" initials="龚" lastIdx="0" clrIdx="3374"/>
  <p:cmAuthor id="3376" name="姜明浩" initials="姜" lastIdx="0" clrIdx="3375"/>
  <p:cmAuthor id="3377" name="韦武" initials="韦" lastIdx="0" clrIdx="3376"/>
  <p:cmAuthor id="3378" name="王瑶" initials="王" lastIdx="0" clrIdx="3377"/>
  <p:cmAuthor id="3379" name="吴剑锋" initials="吴" lastIdx="0" clrIdx="3378"/>
  <p:cmAuthor id="3380" name="罗长红" initials="罗" lastIdx="0" clrIdx="3379"/>
  <p:cmAuthor id="3381" name="柯明" initials="柯" lastIdx="0" clrIdx="3380"/>
  <p:cmAuthor id="3382" name="刘俊俊" initials="刘" lastIdx="0" clrIdx="3381"/>
  <p:cmAuthor id="3383" name="赵文超" initials="赵" lastIdx="0" clrIdx="3382"/>
  <p:cmAuthor id="3384" name="礼为鹏" initials="礼" lastIdx="0" clrIdx="3383"/>
  <p:cmAuthor id="3385" name="冯得源" initials="冯" lastIdx="0" clrIdx="3384"/>
  <p:cmAuthor id="3386" name="夏云浩" initials="夏" lastIdx="0" clrIdx="3385"/>
  <p:cmAuthor id="3387" name="梁意轩" initials="梁" lastIdx="0" clrIdx="3386"/>
  <p:cmAuthor id="3388" name="张伟" initials="张" lastIdx="0" clrIdx="3387"/>
  <p:cmAuthor id="3389" name="董良金" initials="董" lastIdx="0" clrIdx="3388"/>
  <p:cmAuthor id="3390" name="尘落" initials="尘" lastIdx="0" clrIdx="3389"/>
  <p:cmAuthor id="3391" name="刘晨怡" initials="刘" lastIdx="0" clrIdx="3390"/>
  <p:cmAuthor id="3392" name="周秋实 Qiushi Zhou （营销公司 Marketing）" initials="周秋实" lastIdx="0" clrIdx="3391"/>
  <p:cmAuthor id="3393" name="程露露" initials="程" lastIdx="0" clrIdx="3392"/>
  <p:cmAuthor id="3394" name="周晨" initials="周" lastIdx="0" clrIdx="3393"/>
  <p:cmAuthor id="3395" name="杨萍" initials="杨" lastIdx="0" clrIdx="3394"/>
  <p:cmAuthor id="3396" name="郭德晖" initials="郭" lastIdx="0" clrIdx="3395"/>
  <p:cmAuthor id="3397" name="黄蓓" initials="黄" lastIdx="0" clrIdx="3396"/>
  <p:cmAuthor id="3398" name="陈云 Yun Chen （研发总院 AERI）" initials="陈云" lastIdx="0" clrIdx="3397"/>
  <p:cmAuthor id="3399" name="云" initials="云" lastIdx="0" clrIdx="3398"/>
  <p:cmAuthor id="3400" name="莫瑶" initials="莫" lastIdx="0" clrIdx="3399"/>
  <p:cmAuthor id="3401" name="刘晔婧" initials="刘" lastIdx="0" clrIdx="3400"/>
  <p:cmAuthor id="3402" name="潘斌" initials="潘" lastIdx="0" clrIdx="3401"/>
  <p:cmAuthor id="3403" name="孙利" initials="孙" lastIdx="0" clrIdx="3402"/>
  <p:cmAuthor id="3404" name="王义峰" initials="王" lastIdx="0" clrIdx="3403"/>
  <p:cmAuthor id="3405" name="房一波" initials="房" lastIdx="0" clrIdx="3404"/>
  <p:cmAuthor id="3406" name="黄旭" initials="黄" lastIdx="0" clrIdx="3405"/>
  <p:cmAuthor id="3407" name="孟繁哲" initials="孟" lastIdx="0" clrIdx="3406"/>
  <p:cmAuthor id="3408" name="陆靖宁" initials="陆" lastIdx="0" clrIdx="3407"/>
  <p:cmAuthor id="3409" name="疏丽" initials="疏" lastIdx="0" clrIdx="3408"/>
  <p:cmAuthor id="3410" name="庹佳惠" initials="庹" lastIdx="0" clrIdx="3409"/>
  <p:cmAuthor id="3411" name="裴人娇" initials="裴" lastIdx="0" clrIdx="3410"/>
  <p:cmAuthor id="3412" name="汪娟" initials="汪" lastIdx="0" clrIdx="3411"/>
  <p:cmAuthor id="3413" name="罗凤平" initials="罗" lastIdx="0" clrIdx="3412"/>
  <p:cmAuthor id="3414" name="苟杨扬" initials="苟" lastIdx="0" clrIdx="3413"/>
  <p:cmAuthor id="3415" name="周伯通" initials="周" lastIdx="0" clrIdx="3414"/>
  <p:cmAuthor id="3416" name="王学敏" initials="王" lastIdx="0" clrIdx="3415"/>
  <p:cmAuthor id="3417" name="刘红迪" initials="刘" lastIdx="0" clrIdx="3416"/>
  <p:cmAuthor id="3418" name="徐浩" initials="徐" lastIdx="0" clrIdx="3417"/>
  <p:cmAuthor id="3419" name="林舒婷" initials="林" lastIdx="0" clrIdx="3418"/>
  <p:cmAuthor id="3420" name="贾一博" initials="贾" lastIdx="0" clrIdx="3419"/>
  <p:cmAuthor id="3421" name="侯明月" initials="侯" lastIdx="0" clrIdx="3420"/>
  <p:cmAuthor id="3422" name="李静芝" initials="李" lastIdx="0" clrIdx="3421"/>
  <p:cmAuthor id="3423" name="李泽稷" initials="李" lastIdx="0" clrIdx="3422"/>
  <p:cmAuthor id="3424" name="崔昌郃" initials="崔" lastIdx="0" clrIdx="3423"/>
  <p:cmAuthor id="3425" name="魏静婷" initials="魏" lastIdx="0" clrIdx="3424"/>
  <p:cmAuthor id="3426" name="刘璐" initials="刘" lastIdx="0" clrIdx="3425"/>
  <p:cmAuthor id="3427" name="Lei Zhou/周磊" initials="LZ" lastIdx="0" clrIdx="3426"/>
  <p:cmAuthor id="3428" name="甘虎柱" initials="甘" lastIdx="0" clrIdx="3427"/>
  <p:cmAuthor id="3429" name="黄宝" initials="黄" lastIdx="0" clrIdx="3428"/>
  <p:cmAuthor id="3430" name="余艾铧" initials="余" lastIdx="0" clrIdx="3429"/>
  <p:cmAuthor id="3431" name="沈焰枝" initials="沈" lastIdx="0" clrIdx="3430"/>
  <p:cmAuthor id="3432" name="姚雪儿" initials="姚" lastIdx="0" clrIdx="3431"/>
  <p:cmAuthor id="3433" name="孙浩" initials="孙" lastIdx="0" clrIdx="3432"/>
  <p:cmAuthor id="3434" name="Shu, Lijuan" initials="SL" lastIdx="0" clrIdx="3433"/>
  <p:cmAuthor id="3435" name="张效祯" initials="张" lastIdx="0" clrIdx="3434"/>
  <p:cmAuthor id="3436" name="陈良印" initials="陈" lastIdx="0" clrIdx="3435"/>
  <p:cmAuthor id="3437" name="都贺" initials="都" lastIdx="0" clrIdx="3436"/>
  <p:cmAuthor id="3438" name="孙斌斌" initials="孙" lastIdx="0" clrIdx="3437"/>
  <p:cmAuthor id="3439" name="许鸣文" initials="许鸣文" lastIdx="0" clrIdx="3438"/>
  <p:cmAuthor id="3440" name="TY" initials="T" lastIdx="0" clrIdx="3439"/>
  <p:cmAuthor id="3441" name="章野" initials="章" lastIdx="0" clrIdx="3440"/>
  <p:cmAuthor id="3442" name="阙珊珊" initials="阙" lastIdx="0" clrIdx="3441"/>
  <p:cmAuthor id="3443" name="杜睿婧" initials="杜" lastIdx="0" clrIdx="3442"/>
  <p:cmAuthor id="3444" name="佘亚静" initials="佘" lastIdx="0" clrIdx="3443"/>
  <p:cmAuthor id="3445" name="聂银花" initials="聂" lastIdx="0" clrIdx="3444"/>
  <p:cmAuthor id="3446" name="祁劢" initials="祁" lastIdx="0" clrIdx="3445"/>
  <p:cmAuthor id="3447" name="Tong, Jeffrey" initials="TJ" lastIdx="0" clrIdx="3446"/>
  <p:cmAuthor id="3448" name="Dolly" initials="D" lastIdx="0" clrIdx="3447"/>
  <p:cmAuthor id="3449" name="WPS_1620388213" initials="W" lastIdx="0" clrIdx="3448"/>
  <p:cmAuthor id="3450" name="周荣柏" initials="周" lastIdx="0" clrIdx="3449"/>
  <p:cmAuthor id="3451" name="梅宇" initials="梅" lastIdx="0" clrIdx="3450"/>
  <p:cmAuthor id="3452" name="王申" initials="王" lastIdx="0" clrIdx="3451"/>
  <p:cmAuthor id="3453" name="Angela" initials="A" lastIdx="0" clrIdx="3452"/>
  <p:cmAuthor id="3454" name="鲁明" initials="鲁" lastIdx="0" clrIdx="3453"/>
  <p:cmAuthor id="3455" name="庄甬" initials="庄" lastIdx="0" clrIdx="3454"/>
  <p:cmAuthor id="3456" name="沈绪芳" initials="沈" lastIdx="0" clrIdx="3455"/>
  <p:cmAuthor id="3457" name="丶沉默✘" initials="丶" lastIdx="0" clrIdx="3456"/>
  <p:cmAuthor id="3458" name="后起之秀" initials="后" lastIdx="0" clrIdx="3457"/>
  <p:cmAuthor id="3459" name="贰柒" initials="贰" lastIdx="0" clrIdx="3458"/>
  <p:cmAuthor id="3460" name="王美" initials="王" lastIdx="0" clrIdx="3459"/>
  <p:cmAuthor id="3461" name="嗨 哆啦" initials="嗨" lastIdx="0" clrIdx="3460"/>
  <p:cmAuthor id="3462" name="张慧敏" initials="张" lastIdx="0" clrIdx="3461"/>
  <p:cmAuthor id="3463" name="吴云红" initials="吴" lastIdx="0" clrIdx="3462"/>
  <p:cmAuthor id="3464" name="商亚丽" initials="商" lastIdx="0" clrIdx="3463"/>
  <p:cmAuthor id="3465" name="梁金胜" initials="梁" lastIdx="0" clrIdx="3464"/>
  <p:cmAuthor id="3466" name="徐胜杰" initials="徐" lastIdx="0" clrIdx="3465"/>
  <p:cmAuthor id="3467" name="牛国庆" initials="牛" lastIdx="0" clrIdx="3466"/>
  <p:cmAuthor id="3468" name="龚良军" initials="龚" lastIdx="0" clrIdx="3467"/>
  <p:cmAuthor id="3469" name="戈天伟" initials="戈" lastIdx="0" clrIdx="3468"/>
  <p:cmAuthor id="3470" name="李昕瑶" initials="李" lastIdx="0" clrIdx="3469"/>
  <p:cmAuthor id="3471" name="缪立松" initials="缪" lastIdx="0" clrIdx="3470"/>
  <p:cmAuthor id="3472" name="李玮彬" initials="李" lastIdx="0" clrIdx="3471"/>
  <p:cmAuthor id="3473" name="陈龙" initials="陈" lastIdx="0" clrIdx="3472"/>
  <p:cmAuthor id="3474" name="常春晓" initials="常" lastIdx="0" clrIdx="3473"/>
  <p:cmAuthor id="3475" name="林韦华" initials="林" lastIdx="0" clrIdx="3474"/>
  <p:cmAuthor id="3476" name="User-472" initials="U" lastIdx="0" clrIdx="3475"/>
  <p:cmAuthor id="3477" name="64919" initials="6" lastIdx="0" clrIdx="3476"/>
  <p:cmAuthor id="3478" name="Yang Diana" initials="YD" lastIdx="0" clrIdx="3477"/>
  <p:cmAuthor id="3479" name="Harry Wang（TEL:16608516038）" initials="H" lastIdx="0" clrIdx="3478"/>
  <p:cmAuthor id="3480" name="冯厚益" initials="冯" lastIdx="0" clrIdx="3479"/>
  <p:cmAuthor id="3481" name="Wei Wei Blue" initials="W" lastIdx="0" clrIdx="3480"/>
  <p:cmAuthor id="3482" name="阎晓宁" initials="阎" lastIdx="0" clrIdx="3481"/>
  <p:cmAuthor id="3483" name="hasee" initials="h" lastIdx="0" clrIdx="3482"/>
  <p:cmAuthor id="3484" name="lyz" initials="l" lastIdx="0" clrIdx="3483"/>
  <p:cmAuthor id="3485" name="Picc" initials="P" lastIdx="0" clrIdx="3484"/>
  <p:cmAuthor id="3486" name="CommUser" initials="C" lastIdx="0" clrIdx="3485"/>
  <p:cmAuthor id="3487" name="ASUS" initials="A" lastIdx="0" clrIdx="3486"/>
  <p:cmAuthor id="3488" name="tplife" initials="t" lastIdx="0" clrIdx="3487"/>
  <p:cmAuthor id="3489" name="Ansel Liu 刘晖" initials="Microsof [29]" lastIdx="0" clrIdx="3488"/>
  <p:cmAuthor id="3490" name="Rebecca XiaoqianZhang" initials="rebezhang" lastIdx="0" clrIdx="3489"/>
  <p:cmAuthor id="3491" name="新明 王" initials="新王" lastIdx="0" clrIdx="3490"/>
  <p:cmAuthor id="3492" name="Cai sk" initials="Cs" lastIdx="0" clrIdx="3491"/>
  <p:cmAuthor id="3493" name="csk" initials="c" lastIdx="0" clrIdx="3492"/>
  <p:cmAuthor id="3494" name="YD102@cloudbutterfly.com.cn" initials="Y" lastIdx="0" clrIdx="3493"/>
  <p:cmAuthor id="3495" name="未知的使用者62" initials="未" lastIdx="0" clrIdx="3494"/>
  <p:cmAuthor id="3496" name="赵威然" initials="赵" lastIdx="0" clrIdx="3495"/>
  <p:cmAuthor id="3497" name="xuanyuanxuanyi dad" initials="xd" lastIdx="0" clrIdx="3496"/>
  <p:cmAuthor id="3498" name="hanyi" initials="h" lastIdx="0" clrIdx="3497"/>
  <p:cmAuthor id="3499" name="赵杰" initials="赵" lastIdx="0" clrIdx="3498"/>
  <p:cmAuthor id="3500" name="tkyan" initials="t" lastIdx="0" clrIdx="3499"/>
  <p:cmAuthor id="3501" name="杨 晓彤" initials="杨" lastIdx="0" clrIdx="3500"/>
  <p:cmAuthor id="3502" name="李娜" initials="李" lastIdx="0" clrIdx="3501"/>
  <p:cmAuthor id="3503" name="Jerome" initials="authorId_402525154" lastIdx="0" clrIdx="3502"/>
  <p:cmAuthor id="3504" name="毅 陶" initials="毅" lastIdx="0" clrIdx="3503"/>
  <p:cmAuthor id="3505" name="23632" initials="2" lastIdx="0" clrIdx="3504"/>
  <p:cmAuthor id="3506" name="曾婷 Ting Zeng (研发总院 AERI)" initials="曾婷" lastIdx="0" clrIdx="3505"/>
  <p:cmAuthor id="3507" name="CH092107" initials="C" lastIdx="0" clrIdx="3506"/>
  <p:cmAuthor id="3508" name="赵钒池" initials="赵" lastIdx="0" clrIdx="3507"/>
  <p:cmAuthor id="3509" name="李景兰" initials="李" lastIdx="0" clrIdx="3508"/>
  <p:cmAuthor id="3510" name="劳颖雯" initials="劳" lastIdx="0" clrIdx="3509"/>
  <p:cmAuthor id="3511" name="鲸鱼 " initials="鲸" lastIdx="0" clrIdx="3510"/>
  <p:cmAuthor id="3512" name="钟绍敬 Shaojing Zhong （捷途品牌事业部）" initials="钟绍敬" lastIdx="0" clrIdx="3511"/>
  <p:cmAuthor id="3513" name="小阳别跑" initials="小" lastIdx="0" clrIdx="3512"/>
  <p:cmAuthor id="3514" name="fulinjun" initials="f" lastIdx="0" clrIdx="3513"/>
  <p:cmAuthor id="3515" name="15028" initials="1" lastIdx="0" clrIdx="3514"/>
  <p:cmAuthor id="3516" name="李新" initials="李" lastIdx="0" clrIdx="3515"/>
  <p:cmAuthor id="3517" name="毛新乐" initials="毛" lastIdx="0" clrIdx="3516"/>
  <p:cmAuthor id="3518" name="汪佳怡" initials="汪" lastIdx="0" clrIdx="3517"/>
  <p:cmAuthor id="3519" name="吴吉 Ji Wu （研发总院 AERI）" initials="吴吉" lastIdx="0" clrIdx="3518"/>
  <p:cmAuthor id="3520" name="冯健瑞 Jianrui Feng (制造中心)" initials="冯健瑞" lastIdx="0" clrIdx="3519"/>
  <p:cmAuthor id="3521" name="付浩 Hao Fu （制造事业部）" initials="付浩" lastIdx="0" clrIdx="3520"/>
  <p:cmAuthor id="3522" name="Hans Neff" initials="HN" lastIdx="0" clrIdx="3521"/>
  <p:cmAuthor id="3523" name="伍芳" initials="伍" lastIdx="0" clrIdx="3522"/>
  <p:cmAuthor id="3524" name="王乐 Le Wang （新能源公司）" initials="王乐" lastIdx="0" clrIdx="3523"/>
  <p:cmAuthor id="3525" name="吴祥 Xiang Wu （埃科泰克 ACTECO）" initials="吴祥" lastIdx="0" clrIdx="3524"/>
  <p:cmAuthor id="3526" name="姜耀坤" initials="姜" lastIdx="0" clrIdx="3525"/>
  <p:cmAuthor id="3527" name="CJJ Alex" initials="CA" lastIdx="0" clrIdx="3526"/>
  <p:cmAuthor id="3528" name="吴 长城" initials="吴" lastIdx="0" clrIdx="3527"/>
  <p:cmAuthor id="3529" name="俊 罗" initials="俊罗" lastIdx="0" clrIdx="3528"/>
  <p:cmAuthor id="3530" name="史群伟" initials="史" lastIdx="0" clrIdx="3529"/>
  <p:cmAuthor id="3531" name="邓鹏" initials="邓" lastIdx="0" clrIdx="3530"/>
  <p:cmAuthor id="3532" name="kingsoft" initials="k" lastIdx="0" clrIdx="3531"/>
  <p:cmAuthor id="3533" name="刘 万超" initials="刘" lastIdx="0" clrIdx="3532"/>
  <p:cmAuthor id="3534" name="孙叶 Ye Sun (人力资源本部)" initials="孙叶" lastIdx="0" clrIdx="3533"/>
  <p:cmAuthor id="3535" name="曹彦飞 Yanfei Cao （信息公司 IT）" initials="曹彦飞" lastIdx="0" clrIdx="3534"/>
  <p:cmAuthor id="3536" name="王巧 Qiao Wang （财务中心）" initials="王巧" lastIdx="0" clrIdx="3535"/>
  <p:cmAuthor id="3537" name="陈思 Si Chen （财务中心）" initials="陈思" lastIdx="0" clrIdx="3536"/>
  <p:cmAuthor id="3538" name="21522" initials="2" lastIdx="0" clrIdx="3537"/>
  <p:cmAuthor id="3539" name="赵玉娟" initials="赵" lastIdx="0" clrIdx="3538"/>
  <p:cmAuthor id="3540" name="高伟轩" initials="高" lastIdx="0" clrIdx="3539"/>
  <p:cmAuthor id="3541" name="补寅霞" initials="补" lastIdx="0" clrIdx="3540"/>
  <p:cmAuthor id="3542" name="刘日" initials="刘" lastIdx="0" clrIdx="3541"/>
  <p:cmAuthor id="3543" name="周贤仁" initials="周" lastIdx="0" clrIdx="3542"/>
  <p:cmAuthor id="3544" name="Lv, Mengting" initials="LM" lastIdx="0" clrIdx="3543"/>
  <p:cmAuthor id="3545" name="张礼军" initials="张礼军" lastIdx="0" clrIdx="3544"/>
  <p:cmAuthor id="3546" name="徐长武" initials="徐长武" lastIdx="0" clrIdx="3545"/>
  <p:cmAuthor id="3547" name="liyongkun" initials="l" lastIdx="0" clrIdx="3546"/>
  <p:cmAuthor id="3548" name="xujiaying" initials="x" lastIdx="0" clrIdx="3547"/>
  <p:cmAuthor id="3549" name="blwh-bk-0016" initials="b" lastIdx="0" clrIdx="3548"/>
  <p:cmAuthor id="3550" name="malu" initials="m" lastIdx="0" clrIdx="3549"/>
  <p:cmAuthor id="3551" name="Zhu Hao SHH CKP69" initials="ZHSC" lastIdx="0" clrIdx="3550"/>
  <p:cmAuthor id="3552" name="yinzhaomei" initials="y" lastIdx="0" clrIdx="3551"/>
  <p:cmAuthor id="3553" name="孙路(LORI SUN)" initials="孙" lastIdx="0" clrIdx="3552"/>
  <p:cmAuthor id="3554" name="weixinhui" initials="w" lastIdx="0" clrIdx="3553"/>
  <p:cmAuthor id="3555" name="徐向阳 Xiangyang Xu (营销公司 Marketing)" initials="徐向阳" lastIdx="0" clrIdx="3554"/>
  <p:cmAuthor id="3556" name="xuhui" initials="x" lastIdx="0" clrIdx="3555"/>
  <p:cmAuthor id="3557" name="刘梦溪" initials="刘梦溪" lastIdx="0" clrIdx="3556"/>
  <p:cmAuthor id="3558" name="邓敏敏" initials="邓" lastIdx="0" clrIdx="3557"/>
  <p:cmAuthor id="3559" name="李成铭" initials="李" lastIdx="0" clrIdx="3558"/>
  <p:cmAuthor id="3560" name="李艳" initials="李" lastIdx="0" clrIdx="3559"/>
  <p:cmAuthor id="3561" name="郭森龙" initials="郭" lastIdx="0" clrIdx="3560"/>
  <p:cmAuthor id="3562" name="马甲帅" initials="马" lastIdx="0" clrIdx="3561"/>
  <p:cmAuthor id="3563" name="李明" initials="李" lastIdx="0" clrIdx="3562"/>
  <p:cmAuthor id="3564" name="刘龙飞" initials="刘" lastIdx="0" clrIdx="3563"/>
  <p:cmAuthor id="3565" name="何世奎" initials="何" lastIdx="0" clrIdx="3564"/>
  <p:cmAuthor id="3566" name="邢晓男" initials="邢" lastIdx="0" clrIdx="3565"/>
  <p:cmAuthor id="3567" name="朱家豪" initials="朱" lastIdx="0" clrIdx="3566"/>
  <p:cmAuthor id="3568" name="马世超" initials="马" lastIdx="0" clrIdx="3567"/>
  <p:cmAuthor id="3569" name="刘玉川" initials="刘" lastIdx="0" clrIdx="3568"/>
  <p:cmAuthor id="3570" name="tong zhijun" initials="tz" lastIdx="0" clrIdx="3569"/>
  <p:cmAuthor id="3571" name="叶文虎" initials="叶" lastIdx="0" clrIdx="3570"/>
  <p:cmAuthor id="3572" name="huawei" initials="h" lastIdx="0" clrIdx="3571"/>
  <p:cmAuthor id="3573" name="何德峰" initials="W用" lastIdx="0" clrIdx="3572"/>
  <p:cmAuthor id="3574" name="孙 澍" initials="孙" lastIdx="0" clrIdx="3573"/>
  <p:cmAuthor id="3575" name="齐瑞环 Ruihuan Qi(产品管理中心 PD)" initials="齐瑞环" lastIdx="0" clrIdx="3574"/>
  <p:cmAuthor id="3576" name="吴静轩 Jingxuan Wu (研发总院 AERI)" initials="吴静轩" lastIdx="0" clrIdx="3575"/>
  <p:cmAuthor id="3577" name="R" initials="R" lastIdx="0" clrIdx="3576"/>
  <p:cmAuthor id="3578" name="zhang hengrui" initials="zh" lastIdx="0" clrIdx="3577"/>
  <p:cmAuthor id="3579" name="Wei" initials="2" lastIdx="0" clrIdx="3578"/>
  <p:cmAuthor id="3580" name="peterkong" initials="p" lastIdx="0" clrIdx="3579"/>
  <p:cmAuthor id="3581" name="91351" initials="9" lastIdx="0" clrIdx="3580"/>
  <p:cmAuthor id="3582" name="lisal" initials="l" lastIdx="0" clrIdx="3581"/>
  <p:cmAuthor id="3583" name="肖 俊杰" initials="肖" lastIdx="0" clrIdx="3582"/>
  <p:cmAuthor id="3584" name="rio" initials="r" lastIdx="0" clrIdx="3583"/>
  <p:cmAuthor id="3585" name="李晓菲_MZFnUzi6" initials="李" lastIdx="0" clrIdx="3584"/>
  <p:cmAuthor id="3586" name="小珞_QjMfU7FR" initials="小" lastIdx="0" clrIdx="3585"/>
  <p:cmAuthor id="3587" name="熊仪_aYju7RJj" initials="熊" lastIdx="0" clrIdx="3586"/>
  <p:cmAuthor id="3588" name="yifei" initials="y" lastIdx="0" clrIdx="3587"/>
  <p:cmAuthor id="3589" name="Wang, Dan (D.)" initials="W" lastIdx="0" clrIdx="3588"/>
  <p:cmAuthor id="3590" name="王志平" initials="王" lastIdx="0" clrIdx="3589"/>
  <p:cmAuthor id="3591" name="万户网络" initials="万" lastIdx="0" clrIdx="3590"/>
  <p:cmAuthor id="3592" name="何慧丽" initials="何" lastIdx="0" clrIdx="3591"/>
  <p:cmAuthor id="3593" name="49254" initials="4" lastIdx="0" clrIdx="3592"/>
  <p:cmAuthor id="3594" name="魏 思远" initials="魏" lastIdx="0" clrIdx="3593"/>
  <p:cmAuthor id="3595" name="zhenyu qiao" initials="zq" lastIdx="0" clrIdx="3594"/>
  <p:cmAuthor id="3596" name="john" initials="j" lastIdx="0" clrIdx="3595"/>
  <p:cmAuthor id="3597" name="沙梦琳" initials="沙" lastIdx="0" clrIdx="3596"/>
  <p:cmAuthor id="3598" name="8615900558199" initials="8" lastIdx="0" clrIdx="3597"/>
  <p:cmAuthor id="3599" name="杨 伟斌" initials="杨" lastIdx="0" clrIdx="3598"/>
  <p:cmAuthor id="3600" name="梁占源" initials="梁" lastIdx="0" clrIdx="3599"/>
  <p:cmAuthor id="3601" name="EMC" initials="E" lastIdx="0" clrIdx="3600"/>
  <p:cmAuthor id="3602" name="18818028526" initials="1" lastIdx="0" clrIdx="3601"/>
  <p:cmAuthor id="3603" name="阿木童" initials="阿" lastIdx="0" clrIdx="3602"/>
  <p:cmAuthor id="3604" name="李冉" initials="李" lastIdx="0" clrIdx="3603"/>
  <p:cmAuthor id="3605" name="jason.zhang" initials="jason" lastIdx="0" clrIdx="3604"/>
  <p:cmAuthor id="3606" name="ChristinaSu" initials="C" lastIdx="0" clrIdx="3605"/>
  <p:cmAuthor id="3607" name="朱书明" initials="朱" lastIdx="0" clrIdx="3606"/>
  <p:cmAuthor id="3608" name="单 善" initials="单" lastIdx="0" clrIdx="3607"/>
  <p:cmAuthor id="3609" name="Echo Hu" initials="EH" lastIdx="0" clrIdx="3608"/>
  <p:cmAuthor id="3610" name="于晓艳" initials="微软用户" lastIdx="0" clrIdx="3609"/>
  <p:cmAuthor id="3611" name="dscAdmin" initials="d" lastIdx="0" clrIdx="3610"/>
  <p:cmAuthor id="3612" name="zhuzy" initials="z" lastIdx="0" clrIdx="3611"/>
  <p:cmAuthor id="3613" name="朱娟娟" initials="朱" lastIdx="0" clrIdx="3612"/>
  <p:cmAuthor id="3614" name="qiu" initials="q" lastIdx="0" clrIdx="3613"/>
  <p:cmAuthor id="3615" name="万灵" initials="A" lastIdx="0" clrIdx="3614"/>
  <p:cmAuthor id="3616" name="周佳" initials="周" lastIdx="0" clrIdx="3615"/>
  <p:cmAuthor id="3617" name="周书同" initials="周" lastIdx="0" clrIdx="3616"/>
  <p:cmAuthor id="3618" name="方超2 Chao Fang (捷途品牌事业部)" initials="方超2" lastIdx="0" clrIdx="3617"/>
  <p:cmAuthor id="3619" name="黄海燕 Haiyan Huang (财务部)" initials="黄海燕" lastIdx="0" clrIdx="3618"/>
  <p:cmAuthor id="3620" name="平芜" initials="平" lastIdx="0" clrIdx="3619"/>
  <p:cmAuthor id="3621" name="A·天道酬勤" initials="A" lastIdx="0" clrIdx="3620"/>
  <p:cmAuthor id="3622" name="陈春" initials="陈" lastIdx="0" clrIdx="3621"/>
  <p:cmAuthor id="3623" name="李紫馨" initials="李" lastIdx="0" clrIdx="3622"/>
  <p:cmAuthor id="3624" name="刘旭" initials="刘" lastIdx="0" clrIdx="3623"/>
  <p:cmAuthor id="3625" name="张馨玉" initials="张" lastIdx="0" clrIdx="3624"/>
  <p:cmAuthor id="3626" name="卜亚雄" initials="卜" lastIdx="0" clrIdx="3625"/>
  <p:cmAuthor id="3627" name="汪俊" initials="汪" lastIdx="0" clrIdx="3626"/>
  <p:cmAuthor id="3628" name="职帅" initials="职" lastIdx="0" clrIdx="3627"/>
  <p:cmAuthor id="3629" name="章邦武 Bangwu Zhang (供应商 supplier)" initials="章" lastIdx="0" clrIdx="3628"/>
  <p:cmAuthor id="3630" name="彭云云" initials="彭" lastIdx="0" clrIdx="3629"/>
  <p:cmAuthor id="3631" name="10601" initials="1" lastIdx="0" clrIdx="3630"/>
  <p:cmAuthor id="3632" name="雪晴" initials="雪" lastIdx="0" clrIdx="3631"/>
  <p:cmAuthor id="3633" name="杨云菲" initials="杨" lastIdx="0" clrIdx="3632"/>
  <p:cmAuthor id="3634" name="诗磊 王" initials="诗王" lastIdx="0" clrIdx="3633"/>
  <p:cmAuthor id="3635" name="张学志" initials="张" lastIdx="0" clrIdx="3634"/>
  <p:cmAuthor id="3636" name="万宇" initials="万" lastIdx="0" clrIdx="3635"/>
  <p:cmAuthor id="3637" name="jiaoxinyan" initials="j" lastIdx="0" clrIdx="3636"/>
  <p:cmAuthor id="3638" name="许 应州" initials="许" lastIdx="0" clrIdx="3637"/>
  <p:cmAuthor id="3639" name="张 上明珠" initials="张" lastIdx="0" clrIdx="3638"/>
  <p:cmAuthor id="3640" name="李梦煜" initials="李" lastIdx="0" clrIdx="3639"/>
  <p:cmAuthor id="3641" name="胡燕" initials="胡" lastIdx="0" clrIdx="3640"/>
  <p:cmAuthor id="3642" name="赵顺年" initials="赵" lastIdx="0" clrIdx="3641"/>
  <p:cmAuthor id="3643" name="林巧云 Qiaoyun Lin (研发总院 AERI)" initials="林巧云" lastIdx="0" clrIdx="3642"/>
  <p:cmAuthor id="3644" name="王俊伟 Junwei Wang （国际公司）" initials="王俊伟" lastIdx="0" clrIdx="3643"/>
  <p:cmAuthor id="3645" name="韦春波" initials="A" lastIdx="0" clrIdx="3644"/>
  <p:cmAuthor id="3646" name="王振平" initials="王振平" lastIdx="0" clrIdx="3645"/>
  <p:cmAuthor id="3647" name="钱瑶瑶" initials="钱" lastIdx="0" clrIdx="3646"/>
  <p:cmAuthor id="3648" name="huang.haolun" initials="h" lastIdx="0" clrIdx="3647"/>
  <p:cmAuthor id="3649" name="fuhao" initials="f" lastIdx="0" clrIdx="3648"/>
  <p:cmAuthor id="3650" name="super" initials="s" lastIdx="0" clrIdx="3649"/>
  <p:cmAuthor id="3651" name="㫪" initials="㫪" lastIdx="0" clrIdx="3650"/>
  <p:cmAuthor id="3652" name="13009" initials="1" lastIdx="0" clrIdx="3651"/>
  <p:cmAuthor id="3653" name="郑 会昭" initials="郑" lastIdx="0" clrIdx="3652"/>
  <p:cmAuthor id="3654" name="wang yuxiao" initials="wy" lastIdx="0" clrIdx="3653"/>
  <p:cmAuthor id="3655" name="Sun桑君" initials="S" lastIdx="0" clrIdx="3654"/>
  <p:cmAuthor id="3656" name="334857932@qq.com" initials="3" lastIdx="0" clrIdx="3655"/>
  <p:cmAuthor id="3657" name="KC" initials="K" lastIdx="0" clrIdx="3656"/>
  <p:cmAuthor id="3658" name="54688" initials="5" lastIdx="0" clrIdx="3657"/>
  <p:cmAuthor id="3659" name="章喆" initials="章" lastIdx="0" clrIdx="3658"/>
  <p:cmAuthor id="3660" name="能越 盛" initials="能盛" lastIdx="0" clrIdx="3659"/>
  <p:cmAuthor id="3661" name="修改人编号：YG-210050,姓名：杜越" initials="P" lastIdx="0" clrIdx="3660"/>
  <p:cmAuthor id="3662" name="hny" initials="h" lastIdx="0" clrIdx="3661"/>
  <p:cmAuthor id="3663" name="周晓伟" initials="周" lastIdx="0" clrIdx="3662"/>
  <p:cmAuthor id="3664" name="丰润 齐" initials="丰齐" lastIdx="0" clrIdx="3663"/>
  <p:cmAuthor id="3665" name="朱明 Ming Zhu (营销公司 Marketing)" initials="朱明" lastIdx="0" clrIdx="3664"/>
  <p:cmAuthor id="3666" name="虞伟_Vruen6JZ" initials="authorId_1675002819" lastIdx="0" clrIdx="3665"/>
  <p:cmAuthor id="3667" name="赵子韩_VVnqjmEn" initials="authorId_1674852759" lastIdx="0" clrIdx="3666"/>
  <p:cmAuthor id="3668" name="周俊_b2IbrIF7" initials="authorId_1674098591" lastIdx="0" clrIdx="3667"/>
  <p:cmAuthor id="3669" name="王传雷_jqMjBzQZ" initials="authorId_1674852903" lastIdx="0" clrIdx="3668"/>
  <p:cmAuthor id="3670" name="Liu, Xin jun (X.)" initials="LXj(" lastIdx="0" clrIdx="3669"/>
  <p:cmAuthor id="3671" name="su" initials="s" lastIdx="0" clrIdx="3670"/>
  <p:cmAuthor id="3672" name="赵 威" initials="赵" lastIdx="0" clrIdx="3671"/>
  <p:cmAuthor id="3673" name="Windows User" initials="WU" lastIdx="0" clrIdx="3672"/>
  <p:cmAuthor id="3674" name="陈梦雯 Mengwen Chen (产品管理中心 PD)" initials="陈梦雯" lastIdx="0" clrIdx="3673"/>
  <p:cmAuthor id="3675" name="zhang 琦" initials="z琦" lastIdx="0" clrIdx="3674"/>
  <p:cmAuthor id="3676" name="龚俊" initials="龚" lastIdx="0" clrIdx="3675"/>
  <p:cmAuthor id="3677" name="jgong3" initials="j" lastIdx="0" clrIdx="3676"/>
  <p:cmAuthor id="3678" name="段成龙 Chenglong Duan （大客户营销中心）" initials="段成龙" lastIdx="0" clrIdx="3677"/>
  <p:cmAuthor id="3679" name="jd" initials="" lastIdx="0" clrIdx="3678"/>
  <p:cmAuthor id="3680" name="XiaZaiMa.COM" initials="X" lastIdx="0" clrIdx="3679"/>
  <p:cmAuthor id="3681" name="Hu Yvonne" initials="HY" lastIdx="0" clrIdx="3680"/>
  <p:cmAuthor id="3682" name="Qianyun Shi" initials="QS" lastIdx="0" clrIdx="3681"/>
  <p:cmAuthor id="3683" name="waluolan" initials="w" lastIdx="0" clrIdx="3682"/>
  <p:cmAuthor id="3684" name="姚 小八" initials="姚" lastIdx="0" clrIdx="3683"/>
  <p:cmAuthor id="3685" name="胡 子鱼" initials="胡" lastIdx="0" clrIdx="3684"/>
  <p:cmAuthor id="3686" name="6666" initials="6" lastIdx="0" clrIdx="3685"/>
  <p:cmAuthor id="3687" name="原鹏" initials="原" lastIdx="0" clrIdx="3686"/>
  <p:cmAuthor id="3688" name="Sam Li" initials="SL" lastIdx="0" clrIdx="3687"/>
  <p:cmAuthor id="3689" name="Wu, Jin (J.)" initials="WJ(" lastIdx="0" clrIdx="3688"/>
  <p:cmAuthor id="3690" name="杨乐" initials="杨" lastIdx="0" clrIdx="3689"/>
  <p:cmAuthor id="3691" name="金 文杰" initials="金" lastIdx="0" clrIdx="3690"/>
  <p:cmAuthor id="3692" name="," initials="," lastIdx="0" clrIdx="3691"/>
  <p:cmAuthor id="3693" name="96037" initials="9" lastIdx="0" clrIdx="3692"/>
  <p:cmAuthor id="3694" name="朱 博" initials="朱" lastIdx="0" clrIdx="3693"/>
  <p:cmAuthor id="3695" name="Catherine Strahan" initials="C" lastIdx="0" clrIdx="3694"/>
  <p:cmAuthor id="3696" name="韦陆文 Luwen Wei (营销公司)" initials="韦陆文" lastIdx="0" clrIdx="3695"/>
  <p:cmAuthor id="3697" name="杨强文 Qiangwen Yang （营销公司 Marketing）" initials="杨强文" lastIdx="0" clrIdx="3696"/>
  <p:cmAuthor id="3698" name="Wang D" initials="W" lastIdx="0" clrIdx="3697"/>
  <p:cmAuthor id="3699" name="jihe" initials="j" lastIdx="0" clrIdx="3698"/>
  <p:cmAuthor id="3700" name="rachel" initials="r" lastIdx="0" clrIdx="3699"/>
  <p:cmAuthor id="3701" name="loyanting" initials="l" lastIdx="0" clrIdx="3700"/>
  <p:cmAuthor id="3702" name="xu.qinghe" initials="x" lastIdx="0" clrIdx="3701"/>
  <p:cmAuthor id="3703" name="zhu.xing" initials="z" lastIdx="0" clrIdx="3702"/>
  <p:cmAuthor id="3704" name="刘垒" initials="刘" lastIdx="0" clrIdx="3703"/>
  <p:cmAuthor id="3705" name="liu.liyin" initials="l" lastIdx="0" clrIdx="3704"/>
  <p:cmAuthor id="3706" name="wan.cheng1" initials="w" lastIdx="0" clrIdx="3705"/>
  <p:cmAuthor id="3707" name="guo.zhanpeng" initials="g" lastIdx="0" clrIdx="3706"/>
  <p:cmAuthor id="3708" name="zhang.haijian" initials="zhj" lastIdx="0" clrIdx="3707"/>
  <p:cmAuthor id="3709" name="陈晓蔓" initials="陈" lastIdx="0" clrIdx="3708"/>
  <p:cmAuthor id="3710" name="dora" initials="d" lastIdx="0" clrIdx="3709"/>
  <p:cmAuthor id="3711" name="孙兴方" initials="孙" lastIdx="0" clrIdx="3710"/>
  <p:cmAuthor id="3712" name="MS Wenan" initials="M" lastIdx="0" clrIdx="3711"/>
  <p:cmAuthor id="3713" name="liyaodong" initials="l" lastIdx="0" clrIdx="3712"/>
  <p:cmAuthor id="3714" name="Unknown User3" initials="" lastIdx="0" clrIdx="3713"/>
  <p:cmAuthor id="3715" name="高 鑫" initials="高" lastIdx="0" clrIdx="3714"/>
  <p:cmAuthor id="3716" name="xiaxia" initials="x" lastIdx="0" clrIdx="3715"/>
  <p:cmAuthor id="3717" name="EDZ" initials="E" lastIdx="0" clrIdx="3716"/>
  <p:cmAuthor id="3718" name="kechuying" initials="k" lastIdx="0" clrIdx="3717"/>
  <p:cmAuthor id="3719" name="Wang, Chengyu (Volkswagen-Anhui)" initials="WC(" lastIdx="0" clrIdx="3718"/>
  <p:cmAuthor id="3720" name="93号不要命" initials="9" lastIdx="0" clrIdx="3719"/>
  <p:cmAuthor id="3721" name="鲁文" initials="鲁" lastIdx="0" clrIdx="3720"/>
  <p:cmAuthor id="3722" name="wangy" initials="w" lastIdx="0" clrIdx="3721"/>
  <p:cmAuthor id="3723" name="鲍思玺" initials="鲍" lastIdx="0" clrIdx="3722"/>
  <p:cmAuthor id="3724" name="summer" initials="OFFICE" lastIdx="0" clrIdx="3723"/>
  <p:cmAuthor id="3725" name="simba" initials="s" lastIdx="0" clrIdx="3724"/>
  <p:cmAuthor id="3726" name="刘一" initials="LY" lastIdx="0" clrIdx="3725"/>
  <p:cmAuthor id="3727" name="严冬" initials="" lastIdx="0" clrIdx="3726"/>
  <p:cmAuthor id="3728" name="张宇翔" initials="" lastIdx="0" clrIdx="3727"/>
  <p:cmAuthor id="3729" name="| 当前处理人:刘洪清" initials="u" lastIdx="0" clrIdx="3728"/>
  <p:cmAuthor id="3730" name="cusc" initials="c" lastIdx="0" clrIdx="3729"/>
  <p:cmAuthor id="3731" name="代 洪勇" initials="代" lastIdx="0" clrIdx="3730"/>
  <p:cmAuthor id="3732" name="Ping Xianping Li" initials="P" lastIdx="0" clrIdx="3731"/>
  <p:cmAuthor id="3733" name="Charles Caize Guo" initials="C" lastIdx="0" clrIdx="3732"/>
  <p:cmAuthor id="3734" name="Candy Kechen Chen" initials="C" lastIdx="0" clrIdx="3733"/>
  <p:cmAuthor id="3735" name="James Shihao Zhou" initials="J" lastIdx="0" clrIdx="3734"/>
  <p:cmAuthor id="3736" name="Zach Zhongkai Ye" initials="Z" lastIdx="0" clrIdx="3735"/>
  <p:cmAuthor id="3737" name="Emily Lu Chen" initials="E" lastIdx="0" clrIdx="3736"/>
  <p:cmAuthor id="3738" name="Lynette Zitong Li" initials="L" lastIdx="0" clrIdx="3737"/>
  <p:cmAuthor id="3739" name="Chris Kun Yu Lin" initials="C" lastIdx="0" clrIdx="3738"/>
  <p:cmAuthor id="3740" name="ma yan" initials="my" lastIdx="0" clrIdx="3739"/>
  <p:cmAuthor id="3741" name="hqmyanghj107" initials="h" lastIdx="0" clrIdx="3740"/>
  <p:cmAuthor id="3742" name="ERIC QIAN" initials="EQ" lastIdx="0" clrIdx="3741"/>
  <p:cmAuthor id="3743" name="刘洪清" initials="刘" lastIdx="0" clrIdx="3742"/>
  <p:cmAuthor id="3744" name="许清" initials="c" lastIdx="0" clrIdx="3743"/>
  <p:cmAuthor id="3745" name="华秀敏" initials="华" lastIdx="0" clrIdx="3744"/>
  <p:cmAuthor id="3746" name="周光涛" initials="周" lastIdx="0" clrIdx="3745"/>
  <p:cmAuthor id="3747" name="liu dan" initials="ld" lastIdx="0" clrIdx="3746"/>
  <p:cmAuthor id="3748" name="guochengyu" initials="g" lastIdx="0" clrIdx="3747"/>
  <p:cmAuthor id="3749" name="dengyx12" initials="d" lastIdx="0" clrIdx="3748"/>
  <p:cmAuthor id="3750" name="霍献森" initials="霍" lastIdx="0" clrIdx="3749"/>
  <p:cmAuthor id="3751" name="ren zhongyuan" initials="rz" lastIdx="0" clrIdx="3750"/>
  <p:cmAuthor id="3752" name="lantj" initials="l" lastIdx="0" clrIdx="3751"/>
  <p:cmAuthor id="3753" name="Sean XA Shi (CN - ADVS)" initials="SXS(A" lastIdx="0" clrIdx="3752"/>
  <p:cmAuthor id="3754" name="lihg67" initials="lihg67" lastIdx="0" clrIdx="3753"/>
  <p:cmAuthor id="3755" name="蒋善武" initials="u" lastIdx="0" clrIdx="3754"/>
  <p:cmAuthor id="3756" name="G W" initials="GW" lastIdx="0" clrIdx="3755"/>
  <p:cmAuthor id="3757" name="Xinyi" initials="X" lastIdx="0" clrIdx="3756"/>
  <p:cmAuthor id="3758" name="10331183" initials="1" lastIdx="0" clrIdx="3757"/>
  <p:cmAuthor id="3759" name="琚超" initials="琚" lastIdx="0" clrIdx="3758"/>
  <p:cmAuthor id="3760" name="廖旭辉" initials="廖" lastIdx="0" clrIdx="3759"/>
  <p:cmAuthor id="3761" name="王一哲" initials="wyz" lastIdx="0" clrIdx="3760"/>
  <p:cmAuthor id="3762" name="郭卫军" initials="郭" lastIdx="0" clrIdx="3761"/>
  <p:cmAuthor id="3763" name="hqm-liuwp19" initials="h" lastIdx="0" clrIdx="3762"/>
  <p:cmAuthor id="3764" name="林冲霄" initials="林" lastIdx="0" clrIdx="3763"/>
  <p:cmAuthor id="3765" name="calvinchen" initials="c" lastIdx="0" clrIdx="3764"/>
  <p:cmAuthor id="3766" name="LJL" initials="L" lastIdx="0" clrIdx="3765"/>
  <p:cmAuthor id="3767" name="liuyubo" initials="l" lastIdx="0" clrIdx="3766"/>
  <p:cmAuthor id="3768" name="未知用户330" initials="未" lastIdx="0" clrIdx="3767"/>
  <p:cmAuthor id="3769" name="徐孟江_MbuiiUbI" initials="authorId_273709786" lastIdx="0" clrIdx="3768"/>
  <p:cmAuthor id="3770" name="郭悦" initials="郭" lastIdx="0" clrIdx="3769"/>
  <p:cmAuthor id="3771" name="胡永春" initials="胡" lastIdx="0" clrIdx="3770"/>
  <p:cmAuthor id="3772" name="AutoBVT" initials="A" lastIdx="0" clrIdx="3771"/>
  <p:cmAuthor id="3773" name="lina" initials="l" lastIdx="0" clrIdx="3772"/>
  <p:cmAuthor id="3774" name="nx1009" initials="n" lastIdx="0" clrIdx="3773"/>
  <p:cmAuthor id="3775" name="Rujia Wang" initials="RW" lastIdx="0" clrIdx="3774"/>
  <p:cmAuthor id="3776" name="W" initials="W" lastIdx="0" clrIdx="3775"/>
  <p:cmAuthor id="3777" name="幸全" initials="幸全" lastIdx="0" clrIdx="3776"/>
  <p:cmAuthor id="3778" name="Zhou, Lin" initials="ZL" lastIdx="0" clrIdx="3777"/>
  <p:cmAuthor id="3779" name="程伟" initials="Wei" lastIdx="0" clrIdx="3778"/>
  <p:cmAuthor id="3780" name="李婷婷" initials="李婷婷" lastIdx="0" clrIdx="3779"/>
  <p:cmAuthor id="3781" name="veo" initials="v" lastIdx="0" clrIdx="3780"/>
  <p:cmAuthor id="3782" name="Lee" initials="L" lastIdx="0" clrIdx="3781"/>
  <p:cmAuthor id="3783" name="12212" initials="1" lastIdx="0" clrIdx="3782"/>
  <p:cmAuthor id="3784" name="卢静" initials="卢静" lastIdx="0" clrIdx="3783"/>
  <p:cmAuthor id="3785" name="liuyeqing" initials="l" lastIdx="0" clrIdx="3784"/>
  <p:cmAuthor id="3786" name="10288631" initials="1" lastIdx="0" clrIdx="3785"/>
  <p:cmAuthor id="3787" name="Caixiaojin" initials="C" lastIdx="0" clrIdx="3786"/>
  <p:cmAuthor id="3788" name="guoliru@cmii.cmcc" initials="GLR" lastIdx="0" clrIdx="3787"/>
  <p:cmAuthor id="3789" name="张洋" initials="张" lastIdx="0" clrIdx="3788"/>
  <p:cmAuthor id="3790" name="Bianjing (China NPS, C&amp;SI)" initials="B(NC" lastIdx="0" clrIdx="3789"/>
  <p:cmAuthor id="3791" name="zhuliang1" initials="z" lastIdx="0" clrIdx="3790"/>
  <p:cmAuthor id="3792" name="卫新新" initials="卫" lastIdx="0" clrIdx="3791"/>
  <p:cmAuthor id="3793" name="lipengfei2@ha.cmcc" initials="lipengfei2@ha.cmcc" lastIdx="0" clrIdx="3792"/>
  <p:cmAuthor id="3794" name="cmri" initials="c" lastIdx="0" clrIdx="3793"/>
  <p:cmAuthor id="3795" name="hou" initials="h" lastIdx="0" clrIdx="3794"/>
  <p:cmAuthor id="3796" name="李文" initials="李" lastIdx="0" clrIdx="3795"/>
  <p:cmAuthor id="3797" name="leoya" initials="l" lastIdx="0" clrIdx="3796"/>
  <p:cmAuthor id="3798" name="lsfan2" initials="l" lastIdx="0" clrIdx="3797"/>
  <p:cmAuthor id="3799" name="jqcao5" initials="j" lastIdx="0" clrIdx="3798"/>
  <p:cmAuthor id="3800" name="YSA" initials="于" lastIdx="0" clrIdx="3799"/>
  <p:cmAuthor id="3801" name="yqchen9" initials="y" lastIdx="0" clrIdx="3800"/>
  <p:cmAuthor id="3802" name="孙 贺影" initials="孙" lastIdx="0" clrIdx="3801"/>
  <p:cmAuthor id="3803" name="山西公司计划部刘智" initials="u" lastIdx="0" clrIdx="3802"/>
  <p:cmAuthor id="3804" name="甄家泽" initials="甄家泽" lastIdx="0" clrIdx="3803"/>
  <p:cmAuthor id="3805" name="加 林" initials="加" lastIdx="0" clrIdx="3804"/>
  <p:cmAuthor id="3806" name="wangxinran" initials="w" lastIdx="0" clrIdx="3805"/>
  <p:cmAuthor id="3807" name="刁雨晴" initials="刁雨晴" lastIdx="0" clrIdx="3806"/>
  <p:cmAuthor id="3808" name="Gallivan, John-Paul {MDAO~Basel}" initials="G" lastIdx="0" clrIdx="3807"/>
  <p:cmAuthor id="3809" name="shye_EbMrZnMJ" initials="authorId_858303361" lastIdx="0" clrIdx="3808"/>
  <p:cmAuthor id="3810" name="ylchen24" initials="y" lastIdx="0" clrIdx="3809"/>
  <p:cmAuthor id="3811" name="徐 宁" initials="徐" lastIdx="0" clrIdx="3810"/>
  <p:cmAuthor id="3812" name="崔超" initials="崔" lastIdx="0" clrIdx="3811"/>
  <p:cmAuthor id="3813" name="刘新 Xin Liu (研发总院 AERI)" initials="刘新" lastIdx="0" clrIdx="3812"/>
  <p:cmAuthor id="3814" name="史其淼" initials="史" lastIdx="0" clrIdx="3813"/>
  <p:cmAuthor id="3815" name="pangyt" initials="p" lastIdx="0" clrIdx="3814"/>
  <p:cmAuthor id="3816" name="齐涛" initials="齐" lastIdx="0" clrIdx="3815"/>
  <p:cmAuthor id="3817" name="聂友海" initials="聂" lastIdx="0" clrIdx="3816"/>
  <p:cmAuthor id="3818" name="郭建开 Jiankai Guo （新能源公司）" initials="郭建开" lastIdx="0" clrIdx="3817"/>
  <p:cmAuthor id="3819" name="Yu.hang.AU" initials="Y" lastIdx="0" clrIdx="3818"/>
  <p:cmAuthor id="3820" name="熊 熊" initials="熊" lastIdx="0" clrIdx="3819"/>
  <p:cmAuthor id="3821" name="彭玉凤" initials="彭玉凤" lastIdx="0" clrIdx="3820"/>
  <p:cmAuthor id="3822" name="王勋(Xun Wang)" initials="王" lastIdx="0" clrIdx="3821"/>
  <p:cmAuthor id="3823" name="e13778" initials="e" lastIdx="0" clrIdx="3822"/>
  <p:cmAuthor id="3824" name="林海01" initials="林海" lastIdx="0" clrIdx="3823"/>
  <p:cmAuthor id="3825" name="许建超" initials="xu" lastIdx="0" clrIdx="3824"/>
  <p:cmAuthor id="3826" name="刘子意" initials="刘" lastIdx="0" clrIdx="3825"/>
  <p:cmAuthor id="3827" name="程梦蝶" initials="程" lastIdx="0" clrIdx="3826"/>
  <p:cmAuthor id="3828" name="贾奇峰" initials="贾" lastIdx="0" clrIdx="3827"/>
  <p:cmAuthor id="3829" name="王强 Qiang Wang (国际公司)" initials="王强" lastIdx="0" clrIdx="3828"/>
  <p:cmAuthor id="3830" name="陈洪斌 Hongbin Chen （研发总院 AERI）" initials="陈洪斌" lastIdx="0" clrIdx="3829"/>
  <p:cmAuthor id="3831" name="周飞 Fei Zhou （研发总院 AERI）" initials="周飞" lastIdx="0" clrIdx="3830"/>
  <p:cmAuthor id="3832" name="张晓雅 Xiaoya Zhang (研发总院 AERI)" initials="张晓雅" lastIdx="0" clrIdx="3831"/>
  <p:cmAuthor id="3833" name="苏启明 Qiming Su （采购中心）" initials="苏启明" lastIdx="0" clrIdx="3832"/>
  <p:cmAuthor id="3834" name="蒯正龙" initials="蒯正龙" lastIdx="0" clrIdx="3833"/>
  <p:cmAuthor id="3835" name="张凤 Feng Zhang (&#10;产品开发管理中心)" initials="张凤" lastIdx="0" clrIdx="3834"/>
  <p:cmAuthor id="3836" name="linkplus" initials="lp" lastIdx="0" clrIdx="3835"/>
  <p:cmAuthor id="3837" name="Wong Wilson" initials="WW" lastIdx="0" clrIdx="3836"/>
  <p:cmAuthor id="3838" name="ch196838" initials="c" lastIdx="0" clrIdx="3837"/>
  <p:cmAuthor id="3839" name="廖小姝" initials="廖" lastIdx="0" clrIdx="3838"/>
  <p:cmAuthor id="3840" name="何文鹏" initials="P" lastIdx="0" clrIdx="3839"/>
  <p:cmAuthor id="3841" name="wanwen" initials="w" lastIdx="0" clrIdx="3840"/>
  <p:cmAuthor id="3842" name="王军" initials="王" lastIdx="0" clrIdx="3841"/>
  <p:cmAuthor id="3843" name="江强 Qiang Jiang （国际业务事业部）" initials="江强" lastIdx="0" clrIdx="3842"/>
  <p:cmAuthor id="3844" name="王轶杰" initials="王" lastIdx="0" clrIdx="3843"/>
  <p:cmAuthor id="3845" name="施昕雅" initials="施" lastIdx="0" clrIdx="3844"/>
  <p:cmAuthor id="3846" name="汪文霞" initials="汪" lastIdx="0" clrIdx="3845"/>
  <p:cmAuthor id="3847" name="Kaiyuan" initials="K" lastIdx="0" clrIdx="3846"/>
  <p:cmAuthor id="3848" name="孙佳怡" initials="E" lastIdx="0" clrIdx="3847"/>
  <p:cmAuthor id="3849" name="zb" initials="z" lastIdx="0" clrIdx="3848"/>
  <p:cmAuthor id="3850" name="lincaocao" initials="l" lastIdx="0" clrIdx="3849"/>
  <p:cmAuthor id="3851" name="l" initials="l" lastIdx="0" clrIdx="3850"/>
  <p:cmAuthor id="3852" name="10348" initials="1" lastIdx="0" clrIdx="3851"/>
  <p:cmAuthor id="3853" name="Lektorat" initials="L" lastIdx="0" clrIdx="3852"/>
  <p:cmAuthor id="3854" name="zhao xinzhi" initials="z" lastIdx="0" clrIdx="3853"/>
  <p:cmAuthor id="3855" name="shangguanwangna@126.com" initials="s" lastIdx="0" clrIdx="3854"/>
  <p:cmAuthor id="3856" name="做一個只談情懷不談文化的正經人" initials="做" lastIdx="0" clrIdx="3855"/>
  <p:cmAuthor id="3857" name="郭 里芬" initials="郭" lastIdx="0" clrIdx="3856"/>
  <p:cmAuthor id="3858" name="jgj" initials="j" lastIdx="0" clrIdx="3857"/>
  <p:cmAuthor id="3859" name="E D" initials="ED" lastIdx="0" clrIdx="3858"/>
  <p:cmAuthor id="3860" name="Cinderella" initials="C" lastIdx="0" clrIdx="3859"/>
  <p:cmAuthor id="3861" name="周舟-商业广告_Y7Bf3EjA" initials="authorId_1340955903" lastIdx="0" clrIdx="3860"/>
  <p:cmAuthor id="3862" name="Citric" initials="C" lastIdx="0" clrIdx="3861"/>
  <p:cmAuthor id="3863" name="欣 陶" initials="欣陶" lastIdx="0" clrIdx="3862"/>
  <p:cmAuthor id="3864" name="89714" initials="8" lastIdx="0" clrIdx="3863"/>
  <p:cmAuthor id="3865" name="85798" initials="8" lastIdx="0" clrIdx="3864"/>
  <p:cmAuthor id="3866" name="周健康" initials="周" lastIdx="0" clrIdx="3865"/>
  <p:cmAuthor id="3867" name="张茹" initials="张" lastIdx="0" clrIdx="3866"/>
  <p:cmAuthor id="3868" name="李颖颖" initials="李" lastIdx="0" clrIdx="3867"/>
  <p:cmAuthor id="3869" name="陈其钰" initials="陈" lastIdx="0" clrIdx="3868"/>
  <p:cmAuthor id="3870" name="张笑天" initials="张" lastIdx="0" clrIdx="3869"/>
  <p:cmAuthor id="3871" name="付东旭" initials="付" lastIdx="0" clrIdx="3870"/>
  <p:cmAuthor id="3872" name="C" initials="C" lastIdx="0" clrIdx="3871"/>
  <p:cmAuthor id="3873" name="钱富春" initials="钱" lastIdx="0" clrIdx="3872"/>
  <p:cmAuthor id="3874" name="钟由平" initials="钟" lastIdx="0" clrIdx="3873"/>
  <p:cmAuthor id="3875" name="黄祁民" initials="黄" lastIdx="0" clrIdx="3874"/>
  <p:cmAuthor id="3876" name="熊 伟" initials="熊" lastIdx="0" clrIdx="3875"/>
  <p:cmAuthor id="3877" name="品质部品质企划科品质企划组邮箱" initials="品" lastIdx="0" clrIdx="3876"/>
  <p:cmAuthor id="3878" name="WHM PQK" initials="W" lastIdx="0" clrIdx="3877"/>
  <p:cmAuthor id="3879" name="陈东才" initials="陈" lastIdx="0" clrIdx="3878"/>
  <p:cmAuthor id="3880" name="汪勇 Yong Wang (用户共创与产品管理中心)" initials="汪勇" lastIdx="0" clrIdx="3879"/>
  <p:cmAuthor id="3881" name="weixiaowen" initials="wxw" lastIdx="0" clrIdx="3880"/>
  <p:cmAuthor id="3882" name="周喆" initials="周喆" lastIdx="0" clrIdx="3881"/>
  <p:cmAuthor id="3883" name="l21200141" initials="l" lastIdx="0" clrIdx="3882"/>
  <p:cmAuthor id="3884" name="Liu Lei" initials="LL" lastIdx="0" clrIdx="3883"/>
  <p:cmAuthor id="3885" name="li fangqing" initials="l" lastIdx="0" clrIdx="3884"/>
  <p:cmAuthor id="3886" name="张全功" initials="张全功" lastIdx="0" clrIdx="3885"/>
  <p:cmAuthor id="3887" name="胡翔" initials="胡翔" lastIdx="0" clrIdx="3886"/>
  <p:cmAuthor id="3888" name="家宝 宋" initials="家宋" lastIdx="0" clrIdx="3887"/>
  <p:cmAuthor id="3889" name="金鑫" initials="金鑫" lastIdx="0" clrIdx="3888"/>
  <p:cmAuthor id="3890" name="销售公司-肖欢琼" initials="销售公司-肖欢琼" lastIdx="0" clrIdx="3889"/>
  <p:cmAuthor id="3891" name="李彦英" initials="李彦英" lastIdx="0" clrIdx="3890"/>
  <p:cmAuthor id="3892" name="付振玲-Emily" initials="付" lastIdx="0" clrIdx="3891"/>
  <p:cmAuthor id="3893" name="海燕" initials="h" lastIdx="0" clrIdx="3892"/>
  <p:cmAuthor id="3894" name="like" initials="l" lastIdx="0" clrIdx="3893"/>
  <p:cmAuthor id="3895" name="文祥_AbQbEFFr" initials="authorId_AK20220425:AK20220518OLRFIJ16404106" lastIdx="0" clrIdx="3894"/>
  <p:cmAuthor id="3896" name="S. Xi" initials="SX" lastIdx="0" clrIdx="3895"/>
  <p:cmAuthor id="3897" name="binhui zhou" initials="bz" lastIdx="0" clrIdx="3896"/>
  <p:cmAuthor id="3898" name="钱铖" initials="钱" lastIdx="0" clrIdx="3897"/>
  <p:cmAuthor id="3899" name="鲍传锐" initials="鲍" lastIdx="0" clrIdx="3898"/>
  <p:cmAuthor id="3900" name="王首豪 Shouhao Wang （星途品牌国内业务事业部）" initials="王首豪" lastIdx="0" clrIdx="3899"/>
  <p:cmAuthor id="3901" name="86183" initials="8" lastIdx="0" clrIdx="3900"/>
  <p:cmAuthor id="3902" name="李鑫玥" initials="李" lastIdx="0" clrIdx="3901"/>
  <p:cmAuthor id="3903" name="陈锦阳" initials="陈" lastIdx="0" clrIdx="3902"/>
  <p:cmAuthor id="3904" name="曹雄" initials="曹" lastIdx="0" clrIdx="3903"/>
  <p:cmAuthor id="3905" name="代宇龙" initials="代" lastIdx="0" clrIdx="3904"/>
  <p:cmAuthor id="3906" name="王泽坤" initials="王" lastIdx="0" clrIdx="3905"/>
  <p:cmAuthor id="3907" name="潘峰" initials="潘" lastIdx="0" clrIdx="3906"/>
  <p:cmAuthor id="3908" name="Robin" initials="R" lastIdx="0" clrIdx="3907"/>
  <p:cmAuthor id="3909" name="陈文明" initials="陈" lastIdx="0" clrIdx="3908"/>
  <p:cmAuthor id="3910" name="马晶茹" initials="马" lastIdx="0" clrIdx="3909"/>
  <p:cmAuthor id="3911" name="张荣" initials="张" lastIdx="0" clrIdx="3910"/>
  <p:cmAuthor id="3912" name="杨晓兵" initials="杨" lastIdx="0" clrIdx="3911"/>
  <p:cmAuthor id="3913" name="杜自强" initials="杜" lastIdx="0" clrIdx="3912"/>
  <p:cmAuthor id="3914" name="王佳银" initials="王" lastIdx="0" clrIdx="3913"/>
  <p:cmAuthor id="3915" name="陈晓宇" initials="陈" lastIdx="0" clrIdx="3914"/>
  <p:cmAuthor id="3916" name="卢宗豪" initials="卢" lastIdx="0" clrIdx="3915"/>
  <p:cmAuthor id="3917" name="zhu.tingting4" initials="z" lastIdx="0" clrIdx="3916"/>
  <p:cmAuthor id="3918" name="高松" initials="高" lastIdx="0" clrIdx="3917"/>
  <p:cmAuthor id="3919" name="刘爽" initials="刘" lastIdx="0" clrIdx="3918"/>
  <p:cmAuthor id="3920" name="袁世洁" initials="袁世洁" lastIdx="0" clrIdx="3919"/>
  <p:cmAuthor id="3921" name="ZHY" initials="ZHY" lastIdx="0" clrIdx="3920"/>
  <p:cmAuthor id="3922" name="桑钰 Yu Sang （研发总院 AERI）" initials="桑钰" lastIdx="0" clrIdx="3921"/>
  <p:cmAuthor id="3923" name="wangchenze" initials="w" lastIdx="0" clrIdx="3922"/>
  <p:cmAuthor id="3924" name="xuzhen" initials="x" lastIdx="0" clrIdx="3923"/>
  <p:cmAuthor id="3925" name="李涛08" initials="李涛" lastIdx="0" clrIdx="3924"/>
  <p:cmAuthor id="3926" name="王连虎 Lianhu Wang （研发总院 AERI）" initials="王连虎" lastIdx="0" clrIdx="3925"/>
  <p:cmAuthor id="3927" name="hongjing" initials="h" lastIdx="0" clrIdx="3926"/>
  <p:cmAuthor id="3928" name="闫宏超_367feQRJ" initials="authorId_377826930" lastIdx="0" clrIdx="3927"/>
  <p:cmAuthor id="3929" name="赵登科" initials="赵" lastIdx="0" clrIdx="3928"/>
  <p:cmAuthor id="3930" name="Huangxinqiang" initials="H" lastIdx="0" clrIdx="3929"/>
  <p:cmAuthor id="3931" name="xushuang (J)" initials="x(" lastIdx="0" clrIdx="3930"/>
  <p:cmAuthor id="3932" name="尹玮 Wei Yin (用户共创与产品管理中心)" initials="尹玮" lastIdx="0" clrIdx="3931"/>
  <p:cmAuthor id="3933" name="Yaguang Ma" initials="Y" lastIdx="0" clrIdx="3932"/>
  <p:cmAuthor id="3934" name="孙三山" initials="孙" lastIdx="0" clrIdx="3933"/>
  <p:cmAuthor id="3935" name="赵成文" initials="赵" lastIdx="0" clrIdx="3934"/>
  <p:cmAuthor id="3936" name="wum20" initials="w" lastIdx="0" clrIdx="3935"/>
  <p:cmAuthor id="3937" name="曾阿婷" initials="曾" lastIdx="0" clrIdx="3936"/>
  <p:cmAuthor id="3938" name="MLOONG" initials="M" lastIdx="0" clrIdx="3937"/>
  <p:cmAuthor id="3939" name="Liu Dong" initials="L" lastIdx="0" clrIdx="3938"/>
  <p:cmAuthor id="3940" name="张金龙" initials="张" lastIdx="0" clrIdx="3939"/>
  <p:cmAuthor id="3941" name="yiming.guan" initials="y" lastIdx="0" clrIdx="3940"/>
  <p:cmAuthor id="3942" name="元鹏 王" initials="元" lastIdx="0" clrIdx="3941"/>
  <p:cmAuthor id="3943" name="Guangxu Piao" initials="G" lastIdx="0" clrIdx="3942"/>
  <p:cmAuthor id="3944" name="Zhao Jing" initials="Z" lastIdx="0" clrIdx="3943"/>
  <p:cmAuthor id="3945" name="祝惠蓉" initials="祝" lastIdx="0" clrIdx="3944"/>
  <p:cmAuthor id="3946" name="ong" initials="o" lastIdx="0" clrIdx="3945"/>
  <p:cmAuthor id="3947" name="李霞" initials="李" lastIdx="0" clrIdx="3946"/>
  <p:cmAuthor id="3948" name="韩瑞颖" initials="r" lastIdx="0" clrIdx="3947"/>
  <p:cmAuthor id="3949" name="孙晴" initials="孙" lastIdx="0" clrIdx="3948"/>
  <p:cmAuthor id="3950" name="陈丽娟 Chen Shirley" initials="陈丽娟" lastIdx="0" clrIdx="3949"/>
  <p:cmAuthor id="3951" name="林远朋 Yuanpeng Lin （EXEED事业部）" initials="林远朋" lastIdx="0" clrIdx="3950"/>
  <p:cmAuthor id="3952" name="赵姗姗" initials="赵" lastIdx="0" clrIdx="3951"/>
  <p:cmAuthor id="3953" name="风 西" initials="风" lastIdx="0" clrIdx="3952"/>
  <p:cmAuthor id="3954" name="王亦诚 Yicheng Wang （EXEED事业部）" initials="王亦诚" lastIdx="0" clrIdx="3953"/>
  <p:cmAuthor id="3955" name="hl162" initials="h" lastIdx="0" clrIdx="3954"/>
  <p:cmAuthor id="3956" name="00324540" initials="0" lastIdx="0" clrIdx="3955"/>
  <p:cmAuthor id="3957" name="XRB" initials="X" lastIdx="0" clrIdx="3956"/>
  <p:cmAuthor id="3958" name="吴丽" initials="吴" lastIdx="0" clrIdx="3957"/>
  <p:cmAuthor id="3959" name="张伟鑫" initials="张" lastIdx="0" clrIdx="3958"/>
  <p:cmAuthor id="3960" name="张厚菊" initials="张" lastIdx="0" clrIdx="3959"/>
  <p:cmAuthor id="3961" name="傅金华" initials="傅" lastIdx="0" clrIdx="3960"/>
  <p:cmAuthor id="3962" name="王绪周" initials="王" lastIdx="0" clrIdx="3961"/>
  <p:cmAuthor id="3963" name="王婷婷" initials="王" lastIdx="0" clrIdx="3962"/>
  <p:cmAuthor id="3964" name="樊鹏飞" initials="樊" lastIdx="0" clrIdx="3963"/>
  <p:cmAuthor id="3965" name="孙晋" initials="孙" lastIdx="0" clrIdx="3964"/>
  <p:cmAuthor id="3966" name="戴飞航 Feihang Dai (EXEED事业部)" initials="戴飞航" lastIdx="0" clrIdx="3965"/>
  <p:cmAuthor id="3967" name="宋梦琦" initials="宋" lastIdx="0" clrIdx="3966"/>
  <p:cmAuthor id="3968" name="何东林" initials="何" lastIdx="0" clrIdx="3967"/>
  <p:cmAuthor id="3969" name="杨鑫宇" initials="杨" lastIdx="0" clrIdx="3968"/>
  <p:cmAuthor id="3970" name="limiao" initials="l" lastIdx="0" clrIdx="3969"/>
  <p:cmAuthor id="3971" name="涂晓波" initials="涂晓波" lastIdx="0" clrIdx="3970"/>
  <p:cmAuthor id="3972" name="徐仕超" initials="徐" lastIdx="0" clrIdx="3971"/>
  <p:cmAuthor id="3973" name="周星科" initials="周" lastIdx="0" clrIdx="3972"/>
  <p:cmAuthor id="3974" name="俞道平 Daoping Yu （研发总院 AERI）" initials="俞道平" lastIdx="0" clrIdx="3973"/>
  <p:cmAuthor id="3975" name="王小赟" initials="w" lastIdx="0" clrIdx="3974"/>
  <p:cmAuthor id="3976" name="修改人编号：YG-101334,姓名：刘刚" initials="u" lastIdx="0" clrIdx="3975"/>
  <p:cmAuthor id="3977" name="汪震 Zhen Wang （财务中心）" initials="汪震" lastIdx="0" clrIdx="3976"/>
  <p:cmAuthor id="3978" name="惠 程程" initials="惠" lastIdx="0" clrIdx="3977"/>
  <p:cmAuthor id="3979" name="潇丹" initials="潇丹" lastIdx="0" clrIdx="3978"/>
  <p:cmAuthor id="3980" name="李鹏飞_6bQfzI3a" initials="李" lastIdx="0" clrIdx="3979"/>
  <p:cmAuthor id="3981" name="吴洁 Jie Wu (财务部 Finance)" initials="吴洁" lastIdx="0" clrIdx="3980"/>
  <p:cmAuthor id="3982" name="黄体泽 Tize Huang (财务部)" initials="黄体泽" lastIdx="0" clrIdx="3981"/>
  <p:cmAuthor id="3983" name="李晶" initials="李" lastIdx="0" clrIdx="3982"/>
  <p:cmAuthor id="3984" name="90510137" initials="9" lastIdx="0" clrIdx="3983"/>
  <p:cmAuthor id="3985" name="朗术龙" initials="朗" lastIdx="0" clrIdx="3984"/>
  <p:cmAuthor id="3986" name="岳梦" initials="岳" lastIdx="0" clrIdx="3985"/>
  <p:cmAuthor id="3987" name="孙志懿" initials="孙" lastIdx="0" clrIdx="3986"/>
  <p:cmAuthor id="3988" name="杨一舟" initials="杨" lastIdx="0" clrIdx="3987"/>
  <p:cmAuthor id="3989" name="江涛" initials="江" lastIdx="0" clrIdx="3988"/>
  <p:cmAuthor id="3990" name="朱洪淼" initials="朱" lastIdx="0" clrIdx="3989"/>
  <p:cmAuthor id="3991" name="tly262" initials="t" lastIdx="0" clrIdx="3990"/>
  <p:cmAuthor id="3992" name="叶滔" initials="叶" lastIdx="0" clrIdx="3991"/>
  <p:cmAuthor id="3993" name="吕冰鑫" initials="吕" lastIdx="0" clrIdx="3992"/>
  <p:cmAuthor id="3994" name="马海燕" initials="马" lastIdx="0" clrIdx="3993"/>
  <p:cmAuthor id="3995" name="Sammy luo" initials="Sl" lastIdx="0" clrIdx="3994"/>
  <p:cmAuthor id="3996" name="00310334" initials="0" lastIdx="0" clrIdx="3995"/>
  <p:cmAuthor id="3997" name="he.yongquan" initials="h" lastIdx="0" clrIdx="3996"/>
  <p:cmAuthor id="3998" name="zhipeng yang" initials="zy" lastIdx="0" clrIdx="3997"/>
  <p:cmAuthor id="3999" name="周微" initials="周微" lastIdx="0" clrIdx="3998"/>
  <p:cmAuthor id="4000" name="Cateleya Zhang" initials="CZ" lastIdx="0" clrIdx="3999"/>
  <p:cmAuthor id="4001" name="威 谌" initials="威" lastIdx="0" clrIdx="4000"/>
  <p:cmAuthor id="4002" name="杨 文" initials="杨" lastIdx="0" clrIdx="4001"/>
  <p:cmAuthor id="4003" name="Siegfried" initials="S" lastIdx="0" clrIdx="4002"/>
  <p:cmAuthor id="4004" name="李万朋 Wanpeng Li （制造工程院）" initials="李万朋" lastIdx="0" clrIdx="4003"/>
  <p:cmAuthor id="4005" name="俞锋 Feng Yu (制造工程 MFG Inst)" initials="俞锋" lastIdx="0" clrIdx="4004"/>
  <p:cmAuthor id="4006" name="宗赣生 Gansheng Zong （研发总院 AERI）" initials="宗赣生" lastIdx="0" clrIdx="4005"/>
  <p:cmAuthor id="4007" name="杨克璧 Kebi Yang (研发总院 AERI)" initials="杨克璧" lastIdx="0" clrIdx="4006"/>
  <p:cmAuthor id="4008" name="赵雅楠 Yanan Zhao （智界品牌事业部）" initials="赵雅楠" lastIdx="0" clrIdx="4007"/>
  <p:cmAuthor id="4009" name="杨璧嘉" initials="杨" lastIdx="0" clrIdx="4008"/>
  <p:cmAuthor id="4010" name="金银鑫 Yinxin Jin（研发总院 AERI）" initials="金银鑫" lastIdx="0" clrIdx="4009"/>
  <p:cmAuthor id="4011" name="王琦 Qi Wang (产品管理中心 PD)" initials="王琦" lastIdx="0" clrIdx="4010"/>
  <p:cmAuthor id="4012" name="喇惠仁(惠仁)" initials="喇惠仁(惠仁)" lastIdx="0" clrIdx="4011"/>
  <p:cmAuthor id="4013" name="黄耀鹏" initials="黄" lastIdx="0" clrIdx="4012"/>
  <p:cmAuthor id="4014" name="伍兴华" initials="伍" lastIdx="0" clrIdx="4013"/>
  <p:cmAuthor id="4015" name="雷志" initials="雷志" lastIdx="0" clrIdx="4014"/>
  <p:cmAuthor id="4016" name="李娅丽" initials="李" lastIdx="0" clrIdx="4015"/>
  <p:cmAuthor id="4017" name="구 본준" initials="구본" lastIdx="0" clrIdx="4016"/>
  <p:cmAuthor id="4018" name="Huang Xingmin" initials="HX" lastIdx="0" clrIdx="4017"/>
  <p:cmAuthor id="4019" name="葛坤宇 Kunyu Ge （研发总院 AERI）" initials="葛坤宇" lastIdx="0" clrIdx="4018"/>
  <p:cmAuthor id="4020" name="王尚腾 Shangteng Wang (埃科泰克 ACTECO)" initials="王尚腾" lastIdx="0" clrIdx="4019"/>
  <p:cmAuthor id="4021" name="周松" initials="周" lastIdx="0" clrIdx="4020"/>
  <p:cmAuthor id="4022" name="郑冬冬 Dongdong Zheng (埃科泰克 ACTECO)" initials="郑冬冬" lastIdx="0" clrIdx="4021"/>
  <p:cmAuthor id="4023" name="张旭红" initials="张" lastIdx="0" clrIdx="4022"/>
  <p:cmAuthor id="4024" name="王阿芹01" initials="W用" lastIdx="0" clrIdx="4023"/>
  <p:cmAuthor id="4025" name="percy wu" initials="pw" lastIdx="0" clrIdx="4024"/>
  <p:cmAuthor id="4026" name="石均" initials="石均" lastIdx="0" clrIdx="4025"/>
  <p:cmAuthor id="4027" name="宇聂" initials="宇聂" lastIdx="0" clrIdx="4026"/>
  <p:cmAuthor id="4028" name="胡恩江" initials="胡" lastIdx="0" clrIdx="4027"/>
  <p:cmAuthor id="4029" name="voqdq" initials="v" lastIdx="0" clrIdx="4028"/>
  <p:cmAuthor id="4030" name="张振想 Zhenxiang Zhang (研发总院 AERI)" initials="张振想" lastIdx="0" clrIdx="4029"/>
  <p:cmAuthor id="4031" name="贺鑫" initials="贺" lastIdx="0" clrIdx="4030"/>
  <p:cmAuthor id="4032" name="周单 Dan Zhou (研发总院 AERI)" initials="周单" lastIdx="0" clrIdx="4031"/>
  <p:cmAuthor id="4033" name="张满满 Manman Zhang （捷途品牌事业部）" initials="张满满" lastIdx="0" clrIdx="4032"/>
  <p:cmAuthor id="4034" name="jiliang" initials="j" lastIdx="0" clrIdx="4033"/>
  <p:cmAuthor id="4035" name="涛 廖" initials="涛" lastIdx="0" clrIdx="4034"/>
  <p:cmAuthor id="4036" name="duqing01" initials="d" lastIdx="0" clrIdx="4035"/>
  <p:cmAuthor id="4037" name="zggy" initials="z" lastIdx="0" clrIdx="4036"/>
  <p:cmAuthor id="4038" name="黄明哲" initials="黄" lastIdx="0" clrIdx="4037"/>
  <p:cmAuthor id="4039" name="张思远" initials="张" lastIdx="0" clrIdx="4038"/>
  <p:cmAuthor id="4040" name="钱豪" initials="钱" lastIdx="0" clrIdx="4039"/>
  <p:cmAuthor id="4041" name="dbrjcheh" initials="d" lastIdx="0" clrIdx="4040"/>
  <p:cmAuthor id="4042" name="江强" initials="江" lastIdx="0" clrIdx="4041"/>
  <p:cmAuthor id="4043" name="曲宪波" initials="曲" lastIdx="0" clrIdx="4042"/>
  <p:cmAuthor id="4044" name="金怡" initials="金" lastIdx="0" clrIdx="4043"/>
  <p:cmAuthor id="4045" name="伍小珊" initials="伍" lastIdx="0" clrIdx="4044"/>
  <p:cmAuthor id="4046" name="01820" initials="0" lastIdx="0" clrIdx="4045"/>
  <p:cmAuthor id="4047" name="00019" initials="0" lastIdx="0" clrIdx="4046"/>
  <p:cmAuthor id="4048" name="03228" initials="0" lastIdx="0" clrIdx="4047"/>
  <p:cmAuthor id="4049" name="杜越" initials="P" lastIdx="0" clrIdx="4048"/>
  <p:cmAuthor id="4050" name="胡南" initials="胡" lastIdx="0" clrIdx="4049"/>
  <p:cmAuthor id="4051" name="何洋" initials="何" lastIdx="0" clrIdx="4050"/>
  <p:cmAuthor id="4052" name="竺森森" initials="竺" lastIdx="0" clrIdx="4051"/>
  <p:cmAuthor id="4053" name="zj Z" initials="zZ" lastIdx="0" clrIdx="4052"/>
  <p:cmAuthor id="4054" name="刘" initials="刘" lastIdx="0" clrIdx="4053"/>
  <p:cmAuthor id="4055" name="liu yj" initials="ly" lastIdx="0" clrIdx="4054"/>
  <p:cmAuthor id="4056" name="李天骄" initials="李" lastIdx="0" clrIdx="4055"/>
  <p:cmAuthor id="4057" name="林玲鑫" initials="林" lastIdx="0" clrIdx="4056"/>
  <p:cmAuthor id="4058" name="戴东平" initials="戴" lastIdx="0" clrIdx="4057"/>
  <p:cmAuthor id="4059" name="陈恩飒 Ensa Chen (研发总院 AERI)" initials="陈恩飒" lastIdx="0" clrIdx="4058"/>
  <p:cmAuthor id="4060" name="洪云" initials="洪" lastIdx="0" clrIdx="4059"/>
  <p:cmAuthor id="4061" name="杜树新" initials="杜" lastIdx="0" clrIdx="4060"/>
  <p:cmAuthor id="4062" name="野丹砾" initials="野" lastIdx="0" clrIdx="4061"/>
  <p:cmAuthor id="4063" name="李进松" initials="李" lastIdx="0" clrIdx="4062"/>
  <p:cmAuthor id="4064" name="周明帅" initials="周" lastIdx="0" clrIdx="4063"/>
  <p:cmAuthor id="4065" name="翟海瑞" initials="翟" lastIdx="0" clrIdx="4064"/>
  <p:cmAuthor id="4066" name="张利英" initials="张" lastIdx="0" clrIdx="4065"/>
  <p:cmAuthor id="4067" name="gong.jian5" initials="g" lastIdx="0" clrIdx="4066"/>
  <p:cmAuthor id="4068" name="xq" initials="x" lastIdx="0" clrIdx="4067"/>
  <p:cmAuthor id="4069" name="wilson" initials="w" lastIdx="0" clrIdx="4068"/>
  <p:cmAuthor id="4070" name="冯帅" initials="冯" lastIdx="0" clrIdx="4069"/>
  <p:cmAuthor id="4071" name="谭涛" initials="谭" lastIdx="0" clrIdx="4070"/>
  <p:cmAuthor id="4072" name="李建阳（内蒙古英才管培生）" initials="李" lastIdx="0" clrIdx="4071"/>
  <p:cmAuthor id="4073" name="scx" initials="s" lastIdx="0" clrIdx="4072"/>
  <p:cmAuthor id="4074" name="心歌" initials="心" lastIdx="0" clrIdx="4073"/>
  <p:cmAuthor id="4075" name="qinghui han" initials="q" lastIdx="0" clrIdx="4074"/>
  <p:cmAuthor id="4076" name="孙琦 Qi Sun （新能源公司）" initials="孙琦" lastIdx="0" clrIdx="4075"/>
  <p:cmAuthor id="4077" name="pingchangxin@outlook.com LI" initials="p" lastIdx="0" clrIdx="4076"/>
  <p:cmAuthor id="4078" name="周晶晶" initials="周" lastIdx="0" clrIdx="4077"/>
  <p:cmAuthor id="4079" name="张晓燕(内蒙古巴彦淖尔)" initials="张" lastIdx="0" clrIdx="4078"/>
  <p:cmAuthor id="4080" name="王键波" initials="王" lastIdx="0" clrIdx="4079"/>
  <p:cmAuthor id="4081" name="Cpic" initials="C" lastIdx="0" clrIdx="4080"/>
  <p:cmAuthor id="4082" name="Morgan, Aaron" initials="M" lastIdx="0" clrIdx="4081"/>
  <p:cmAuthor id="4083" name="闫秀丽" initials="闫" lastIdx="0" clrIdx="4082"/>
  <p:cmAuthor id="4084" name="Zhang, Chuanqi" initials="Z" lastIdx="0" clrIdx="4083"/>
  <p:cmAuthor id="4085" name="Ryan Feng" initials="R" lastIdx="0" clrIdx="4084"/>
  <p:cmAuthor id="4086" name="张 兆文" initials="张" lastIdx="0" clrIdx="4085"/>
  <p:cmAuthor id="4087" name="20132101" initials="2" lastIdx="0" clrIdx="4086"/>
  <p:cmAuthor id="4088" name="20082280" initials="2" lastIdx="0" clrIdx="4087"/>
  <p:cmAuthor id="4089" name="张有旺" initials="张" lastIdx="0" clrIdx="4088"/>
  <p:cmAuthor id="4090" name="徐国胜" initials="徐" lastIdx="0" clrIdx="4089"/>
  <p:cmAuthor id="4091" name="一张" initials="一" lastIdx="0" clrIdx="4090"/>
  <p:cmAuthor id="4092" name="Haoyue Gao" initials="HG" lastIdx="0" clrIdx="4091"/>
  <p:cmAuthor id="4093" name="潇潇" initials="潇" lastIdx="0" clrIdx="4092"/>
  <p:cmAuthor id="4094" name="walker lazy" initials="wl" lastIdx="0" clrIdx="4093"/>
  <p:cmAuthor id="4095" name="朱荣辉" initials="朱" lastIdx="0" clrIdx="4094"/>
  <p:cmAuthor id="4096" name="黄汪乔" initials="黄" lastIdx="0" clrIdx="4095"/>
  <p:cmAuthor id="4097" name="吴琴" initials="吴" lastIdx="0" clrIdx="4096"/>
  <p:cmAuthor id="4098" name="阎涛" initials="阎" lastIdx="0" clrIdx="4097"/>
  <p:cmAuthor id="4099" name="珊 马" initials="珊马" lastIdx="0" clrIdx="4098"/>
  <p:cmAuthor id="4100" name="顾驾宇" initials="顾" lastIdx="0" clrIdx="4099"/>
  <p:cmAuthor id="4101" name="江小竹" initials="江小竹" lastIdx="0" clrIdx="4100"/>
  <p:cmAuthor id="4102" name="范彦冬" initials="范" lastIdx="0" clrIdx="4101"/>
  <p:cmAuthor id="4103" name="刘贤松" initials="刘" lastIdx="0" clrIdx="4102"/>
  <p:cmAuthor id="4104" name="牛 涛" initials="牛" lastIdx="0" clrIdx="4103"/>
  <p:cmAuthor id="4105" name="张方举" initials="张" lastIdx="0" clrIdx="4104"/>
  <p:cmAuthor id="4106" name="刘海丽" initials="刘" lastIdx="0" clrIdx="4105"/>
  <p:cmAuthor id="4107" name="鹏辉 李" initials="鹏" lastIdx="0" clrIdx="4106"/>
  <p:cmAuthor id="4108" name="liph" initials="l" lastIdx="0" clrIdx="4107"/>
  <p:cmAuthor id="4109" name="xue yutong" initials="x" lastIdx="0" clrIdx="4108"/>
  <p:cmAuthor id="4110" name="20114113" initials="2" lastIdx="0" clrIdx="4109"/>
  <p:cmAuthor id="4111" name="俞云霞 Yunxia Yu (营销公司 Marketing)" initials="俞云霞" lastIdx="0" clrIdx="4110"/>
  <p:cmAuthor id="4112" name="徐沛东 Peidong Xu (营销公司 Marketing)" initials="徐沛东" lastIdx="0" clrIdx="4111"/>
  <p:cmAuthor id="4113" name="张思远 Siyuan Zhang (营销公司)" initials="张思远" lastIdx="0" clrIdx="4112"/>
  <p:cmAuthor id="4114" name="Bob Crockett" initials="BC" lastIdx="0" clrIdx="4113"/>
  <p:cmAuthor id="4115" name="宋文萱" initials="宋" lastIdx="0" clrIdx="4114"/>
  <p:cmAuthor id="4116" name="戴云龙 Yunlong Dai (产品管理中心 PD)" initials="戴云龙" lastIdx="0" clrIdx="4115"/>
  <p:cmAuthor id="4117" name="刘元博 Yuanbo Liu （用户共创与产品管理中心）" initials="刘元博" lastIdx="0" clrIdx="4116"/>
  <p:cmAuthor id="4118" name="吴卓男" initials="吴" lastIdx="0" clrIdx="4117"/>
  <p:cmAuthor id="4119" name="CPIC" initials="C" lastIdx="0" clrIdx="4118"/>
  <p:cmAuthor id="4120" name="??" initials="?" lastIdx="0" clrIdx="4119"/>
  <p:cmAuthor id="4121" name="李泽龙" initials="李泽龙" lastIdx="0" clrIdx="4120"/>
  <p:cmAuthor id="4122" name="徐徐的贴心小朱丽" initials="徐" lastIdx="0" clrIdx="4121"/>
  <p:cmAuthor id="4123" name="谭景宇" initials="谭景宇" lastIdx="0" clrIdx="4122"/>
  <p:cmAuthor id="4124" name="xu.wenjun" initials="x" lastIdx="0" clrIdx="4123"/>
  <p:cmAuthor id="4125" name="Chad Smith" initials="CS" lastIdx="0" clrIdx="4124"/>
  <p:cmAuthor id="4126" name="chenm" initials="c" lastIdx="0" clrIdx="4125"/>
  <p:cmAuthor id="4127" name="Emily" initials="E" lastIdx="0" clrIdx="4126"/>
  <p:cmAuthor id="4128" name="王 凯萌" initials="王" lastIdx="0" clrIdx="4127"/>
  <p:cmAuthor id="4129" name="婉儿的小新" initials="婉" lastIdx="0" clrIdx="4128"/>
  <p:cmAuthor id="4130" name="bjhzx" initials="b" lastIdx="0" clrIdx="4129"/>
  <p:cmAuthor id="4131" name="wang lei" initials="w" lastIdx="0" clrIdx="4130"/>
  <p:cmAuthor id="4132" name="Ryan mR" initials="R" lastIdx="0" clrIdx="4131"/>
  <p:cmAuthor id="4133" name="戴 巍" initials="戴" lastIdx="0" clrIdx="4132"/>
  <p:cmAuthor id="4134" name="qiwenchen@augastar.com" initials="q" lastIdx="0" clrIdx="4133"/>
  <p:cmAuthor id="4135" name="唐伟03" initials="u" lastIdx="0" clrIdx="4134"/>
  <p:cmAuthor id="4136" name="WPS_1552025487" initials="W" lastIdx="0" clrIdx="4135"/>
  <p:cmAuthor id="4137" name="Helpdesk" initials="H" lastIdx="0" clrIdx="4136"/>
  <p:cmAuthor id="4138" name="L-Nan" initials="L" lastIdx="0" clrIdx="4137"/>
  <p:cmAuthor id="4139" name="136819472@qq.com" initials="1" lastIdx="0" clrIdx="4138"/>
  <p:cmAuthor id="4140" name="未 晚" initials="未" lastIdx="0" clrIdx="4139"/>
  <p:cmAuthor id="4141" name="fh" initials="f" lastIdx="0" clrIdx="4140"/>
  <p:cmAuthor id="4142" name="曲咪" initials="曲咪" lastIdx="0" clrIdx="4141"/>
  <p:cmAuthor id="4143" name="Wan, Hongyu (H.)" initials="WH(" lastIdx="0" clrIdx="4142"/>
  <p:cmAuthor id="4144" name="祝 菇凉" initials="祝" lastIdx="0" clrIdx="4143"/>
  <p:cmAuthor id="4145" name="邢孟姚" initials="邢孟姚" lastIdx="0" clrIdx="4144"/>
  <p:cmAuthor id="4146" name="85999" initials="8" lastIdx="0" clrIdx="4145"/>
  <p:cmAuthor id="4147" name="崔晓敏" initials="崔" lastIdx="0" clrIdx="4146"/>
  <p:cmAuthor id="4148" name="芳 王" initials="芳" lastIdx="0" clrIdx="4147"/>
  <p:cmAuthor id="4149" name="倦" initials="倦" lastIdx="0" clrIdx="4148"/>
  <p:cmAuthor id="4150" name="steph" initials="s" lastIdx="0" clrIdx="4149"/>
  <p:cmAuthor id="4151" name="钱朝辉 Chaohui Qian （EXEED事业部）" initials="钱朝辉" lastIdx="0" clrIdx="4150"/>
  <p:cmAuthor id="4152" name="张成东 张成东" initials="张张" lastIdx="0" clrIdx="4151"/>
  <p:cmAuthor id="4153" name="RicardoM" initials="R" lastIdx="0" clrIdx="4152"/>
  <p:cmAuthor id="4154" name="陈瑜" initials="陈" lastIdx="0" clrIdx="4153"/>
  <p:cmAuthor id="4155" name="王志兴" initials="王" lastIdx="0" clrIdx="4154"/>
  <p:cmAuthor id="4156" name="依然" initials="依" lastIdx="0" clrIdx="4155"/>
  <p:cmAuthor id="4157" name="陈佳" initials="陈" lastIdx="0" clrIdx="4156"/>
  <p:cmAuthor id="4158" name="sunyi1" initials="s" lastIdx="0" clrIdx="4157"/>
  <p:cmAuthor id="4159" name="Cecilia" initials="C" lastIdx="0" clrIdx="4158"/>
  <p:cmAuthor id="4160" name="office user" initials="ou" lastIdx="0" clrIdx="4159"/>
  <p:cmAuthor id="4161" name="曹方强 Fangqiang Cao (智能汽车事业群)" initials="曹方强" lastIdx="0" clrIdx="4160"/>
  <p:cmAuthor id="4162" name="王志华" initials="王" lastIdx="0" clrIdx="4161"/>
  <p:cmAuthor id="4163" name="郎磊" initials="郎" lastIdx="0" clrIdx="4162"/>
  <p:cmAuthor id="4164" name="leizh" initials="l" lastIdx="0" clrIdx="4163"/>
  <p:cmAuthor id="4165" name="刘冰 Bing Liu (奇瑞商用车)" initials="刘" lastIdx="0" clrIdx="4164"/>
  <p:cmAuthor id="4166" name="90174319" initials="9" lastIdx="0" clrIdx="4165"/>
  <p:cmAuthor id="4167" name="jiangjunrz" initials="jiangjunrz" lastIdx="0" clrIdx="4166"/>
  <p:cmAuthor id="4168" name="hwjjjjjjjj" initials="h" lastIdx="0" clrIdx="4167"/>
  <p:cmAuthor id="4169" name="贺玥" initials="贺" lastIdx="0" clrIdx="4168"/>
  <p:cmAuthor id="4170" name="李强" initials="A" lastIdx="0" clrIdx="4169"/>
  <p:cmAuthor id="4171" name="刘烨辉" initials="刘" lastIdx="0" clrIdx="4170"/>
  <p:cmAuthor id="4172" name="马家勇" initials="马" lastIdx="0" clrIdx="4171"/>
  <p:cmAuthor id="4173" name="邢开" initials="邢" lastIdx="0" clrIdx="4172"/>
  <p:cmAuthor id="4174" name="余良平" initials="余" lastIdx="0" clrIdx="4173"/>
  <p:cmAuthor id="4175" name="张春贤" initials="张" lastIdx="0" clrIdx="4174"/>
  <p:cmAuthor id="4176" name="车旭" initials="车" lastIdx="0" clrIdx="4175"/>
  <p:cmAuthor id="4177" name="赵永成" initials="赵" lastIdx="0" clrIdx="4176"/>
  <p:cmAuthor id="4178" name="刘林 Lin Liu （备件精品分公司）" initials="刘林" lastIdx="0" clrIdx="4177"/>
  <p:cmAuthor id="4179" name="郑倩" initials="郑" lastIdx="0" clrIdx="4178"/>
  <p:cmAuthor id="4180" name="13783587607" initials="1" lastIdx="0" clrIdx="4179"/>
  <p:cmAuthor id="4181" name="Jason" initials="J" lastIdx="0" clrIdx="4180"/>
  <p:cmAuthor id="4182" name="陈思曦_Z3Ivji6B" initials="authorId_AK20221026:AK20221029HCSFPP10055444" lastIdx="0" clrIdx="4181"/>
  <p:cmAuthor id="4183" name="刘丽芸" initials="刘" lastIdx="0" clrIdx="4182"/>
  <p:cmAuthor id="4184" name="ocean" initials="o" lastIdx="0" clrIdx="4183"/>
  <p:cmAuthor id="4185" name="程凯" initials="程" lastIdx="0" clrIdx="4184"/>
  <p:cmAuthor id="4186" name="/ 七安 /" initials="/" lastIdx="0" clrIdx="4185"/>
  <p:cmAuthor id="4187" name="panhong" initials="p" lastIdx="0" clrIdx="4186"/>
  <p:cmAuthor id="4188" name="wu hao" initials="wh" lastIdx="0" clrIdx="4187"/>
  <p:cmAuthor id="4189" name="李棠 Tang Li (捷途品牌事业部)" initials="李棠" lastIdx="0" clrIdx="4188"/>
  <p:cmAuthor id="4190" name="王宇敏" initials="王宇敏" lastIdx="0" clrIdx="4189"/>
  <p:cmAuthor id="4191" name="Juliet猪立业" initials="J" lastIdx="0" clrIdx="4190"/>
  <p:cmAuthor id="4192" name="王明明" initials="王" lastIdx="0" clrIdx="4191"/>
  <p:cmAuthor id="4193" name="昕 戚" initials="昕戚" lastIdx="0" clrIdx="4192"/>
  <p:cmAuthor id="4194" name="阿郭" initials="阿" lastIdx="0" clrIdx="4193"/>
  <p:cmAuthor id="4195" name="李硕" initials="李" lastIdx="0" clrIdx="4194"/>
  <p:cmAuthor id="4196" name="程程程程程程程" initials="程" lastIdx="0" clrIdx="4195"/>
  <p:cmAuthor id="4197" name="huang.lu6" initials="h" lastIdx="0" clrIdx="4196"/>
  <p:cmAuthor id="4198" name="朱阳" initials="朱" lastIdx="0" clrIdx="4197"/>
  <p:cmAuthor id="4199" name="马天宇" initials="马" lastIdx="0" clrIdx="4198"/>
  <p:cmAuthor id="4200" name="Dang,Bibo" initials="D" lastIdx="0" clrIdx="4199"/>
  <p:cmAuthor id="4201" name="琦琴 黄" initials="琦黄" lastIdx="0" clrIdx="4200"/>
  <p:cmAuthor id="4202" name="90506153" initials="9" lastIdx="0" clrIdx="4201"/>
  <p:cmAuthor id="4203" name="张雷 Lei Zhang （奇瑞品牌国内业务事业部）" initials="张雷" lastIdx="0" clrIdx="4202"/>
  <p:cmAuthor id="4204" name="郑琰" initials="郑" lastIdx="0" clrIdx="4203"/>
  <p:cmAuthor id="4205" name="陈波" initials="陈" lastIdx="0" clrIdx="4204"/>
  <p:cmAuthor id="4206" name="tianatan" initials="t" lastIdx="0" clrIdx="4205"/>
  <p:cmAuthor id="4207" name="咘嘚咘嘚" initials="咘" lastIdx="0" clrIdx="4206"/>
  <p:cmAuthor id="4208" name="chenlin02" initials="c" lastIdx="0" clrIdx="4207"/>
  <p:cmAuthor id="4209" name="西赆南琛" initials="西" lastIdx="0" clrIdx="4208"/>
  <p:cmAuthor id="4210" name="常文博" initials="常" lastIdx="0" clrIdx="4209"/>
  <p:cmAuthor id="4211" name="唐承均" initials="xb21cn" lastIdx="0" clrIdx="4210"/>
  <p:cmAuthor id="4212" name="刘 铮" initials="刘" lastIdx="0" clrIdx="4211"/>
  <p:cmAuthor id="4213" name="雷 鸣" initials="雷" lastIdx="0" clrIdx="4212"/>
  <p:cmAuthor id="4214" name="王伟" initials="王" lastIdx="0" clrIdx="4213"/>
  <p:cmAuthor id="4215" name="孙鑫鑫 Xinxin Sun （供应商 supplier）" initials="孙" lastIdx="0" clrIdx="4214"/>
  <p:cmAuthor id="4216" name="王宁" initials="王" lastIdx="0" clrIdx="4215"/>
  <p:cmAuthor id="4217" name="张翔" initials="张" lastIdx="0" clrIdx="4216"/>
  <p:cmAuthor id="4218" name="于洁" initials="于" lastIdx="0" clrIdx="4217"/>
  <p:cmAuthor id="4219" name="y-dd" initials="y" lastIdx="0" clrIdx="4218"/>
  <p:cmAuthor id="4220" name="王明远" initials="王" lastIdx="0" clrIdx="4219"/>
  <p:cmAuthor id="4221" name="Unknown User11" initials="U" lastIdx="0" clrIdx="4220"/>
  <p:cmAuthor id="4222" name="Unknown User59" initials="U" lastIdx="0" clrIdx="4221"/>
  <p:cmAuthor id="4223" name="covslj" initials="c" lastIdx="0" clrIdx="4222"/>
  <p:cmAuthor id="4224" name="cy" initials="c" lastIdx="0" clrIdx="4223"/>
  <p:cmAuthor id="4225" name="liu yuhang" initials="ly" lastIdx="0" clrIdx="4224"/>
  <p:cmAuthor id="4226" name="马红" initials="马" lastIdx="0" clrIdx="4225"/>
  <p:cmAuthor id="4227" name="yubaoquan" initials="y" lastIdx="0" clrIdx="4226"/>
  <p:cmAuthor id="4228" name="鲁琪_ayIzYrYZ" initials="authorId_602698507" lastIdx="0" clrIdx="4227"/>
  <p:cmAuthor id="4229" name="王世鹏" initials="王" lastIdx="0" clrIdx="4228"/>
  <p:cmAuthor id="4230" name="Unknown User80" initials="U" lastIdx="0" clrIdx="4229"/>
  <p:cmAuthor id="4231" name="WKL" initials="" lastIdx="0" clrIdx="4230"/>
  <p:cmAuthor id="4232" name="Peng Cheng" initials="PC" lastIdx="0" clrIdx="4231"/>
  <p:cmAuthor id="4233" name="Chun Chung YEH" initials="C" lastIdx="0" clrIdx="4232"/>
  <p:cmAuthor id="4234" name="杜晶晶-投资者关系部_vM3mnymA" initials="authorId_1323951053" lastIdx="0" clrIdx="4233"/>
  <p:cmAuthor id="4235" name="武森" initials="武" lastIdx="0" clrIdx="4234"/>
  <p:cmAuthor id="4236" name="张炎-商业广告_iA3qbeyi" initials="authorId_1320782576" lastIdx="0" clrIdx="4235"/>
  <p:cmAuthor id="4237" name="张亮" initials="张" lastIdx="0" clrIdx="4236"/>
  <p:cmAuthor id="4238" name="宣亚楠" initials="宣" lastIdx="0" clrIdx="4237"/>
  <p:cmAuthor id="4239" name="童腊" initials="童" lastIdx="0" clrIdx="4238"/>
  <p:cmAuthor id="4240" name="武戎" initials="武" lastIdx="0" clrIdx="4239"/>
  <p:cmAuthor id="4241" name="wmcmdi" initials="w" lastIdx="0" clrIdx="4240"/>
  <p:cmAuthor id="4242" name="殷松" initials="殷" lastIdx="0" clrIdx="4241"/>
  <p:cmAuthor id="4243" name="李剑飞" initials="李" lastIdx="0" clrIdx="4242"/>
  <p:cmAuthor id="4244" name="姜曼琪" initials="姜" lastIdx="0" clrIdx="4243"/>
  <p:cmAuthor id="4245" name="郝汉" initials="郝" lastIdx="0" clrIdx="4244"/>
  <p:cmAuthor id="4246" name="普杰" initials="普" lastIdx="0" clrIdx="4245"/>
  <p:cmAuthor id="4247" name="余涛" initials="余" lastIdx="0" clrIdx="4246"/>
  <p:cmAuthor id="4248" name="liuti" initials="l" lastIdx="0" clrIdx="4247"/>
  <p:cmAuthor id="4249" name="USER674487" initials="U" lastIdx="0" clrIdx="4248"/>
  <p:cmAuthor id="4250" name="嵇明志" initials="嵇" lastIdx="0" clrIdx="4249"/>
  <p:cmAuthor id="4251" name="黄常宇" initials="黄" lastIdx="0" clrIdx="4250"/>
  <p:cmAuthor id="4252" name="马君臣" initials="马" lastIdx="0" clrIdx="4251"/>
  <p:cmAuthor id="4253" name="史宏杰" initials="史" lastIdx="0" clrIdx="4252"/>
  <p:cmAuthor id="4254" name="shery" initials="s" lastIdx="0" clrIdx="4253"/>
  <p:cmAuthor id="4255" name="施静伟" initials="施" lastIdx="0" clrIdx="4254"/>
  <p:cmAuthor id="4256" name="YiYi" initials="Y" lastIdx="0" clrIdx="4255"/>
  <p:cmAuthor id="4257" name="未知用户179" initials="未" lastIdx="0" clrIdx="4256"/>
  <p:cmAuthor id="4258" name="曾志鹏 Zhipeng Ceng （安全环保本部）" initials="曾志鹏" lastIdx="0" clrIdx="4257"/>
  <p:cmAuthor id="4259" name="万林剑" initials="万林剑" lastIdx="0" clrIdx="4258"/>
  <p:cmAuthor id="4260" name="yu haiyang" initials="yh" lastIdx="0" clrIdx="4259"/>
  <p:cmAuthor id="4261" name="吴征" initials="admin" lastIdx="0" clrIdx="4260"/>
  <p:cmAuthor id="4262" name="chy" initials="c" lastIdx="0" clrIdx="4261"/>
  <p:cmAuthor id="4263" name="AdOGggg" initials="A" lastIdx="0" clrIdx="4262"/>
  <p:cmAuthor id="4264" name="zl y" initials="zy" lastIdx="0" clrIdx="4263"/>
  <p:cmAuthor id="4265" name="yinke" initials="y" lastIdx="0" clrIdx="4264"/>
  <p:cmAuthor id="4266" name="ZhangJingee@outlook.com" initials="Z" lastIdx="0" clrIdx="4265"/>
  <p:cmAuthor id="4267" name="安逸" initials="安" lastIdx="0" clrIdx="4266"/>
  <p:cmAuthor id="4268" name="武智" initials="WU" lastIdx="0" clrIdx="4267"/>
  <p:cmAuthor id="4269" name="2022092013" initials="2" lastIdx="0" clrIdx="4268"/>
  <p:cmAuthor id="4270" name="2018051803" initials="2" lastIdx="0" clrIdx="4269"/>
  <p:cmAuthor id="4271" name="xszl-not-0014" initials="x" lastIdx="0" clrIdx="4270"/>
  <p:cmAuthor id="4272" name="云峰 贾" initials="云" lastIdx="0" clrIdx="4271"/>
  <p:cmAuthor id="4273" name="xul54" initials="x" lastIdx="0" clrIdx="4272"/>
  <p:cmAuthor id="4274" name="未知的使用者96" initials="未" lastIdx="0" clrIdx="4273"/>
  <p:cmAuthor id="4275" name="未知用户324" initials="未" lastIdx="0" clrIdx="4274"/>
  <p:cmAuthor id="4276" name="ethel" initials="e" lastIdx="0" clrIdx="4275"/>
  <p:cmAuthor id="4277" name="Xukejia" initials="X" lastIdx="0" clrIdx="4276"/>
  <p:cmAuthor id="4278" name="86130" initials="8" lastIdx="0" clrIdx="4277"/>
  <p:cmAuthor id="4279" name="郑汝鸿" initials="郑" lastIdx="0" clrIdx="4278"/>
  <p:cmAuthor id="4280" name="邢辰凤" initials="邢" lastIdx="0" clrIdx="4279"/>
  <p:cmAuthor id="4281" name="何已龙" initials="" lastIdx="0" clrIdx="4280"/>
  <p:cmAuthor id="4282" name="anni" initials="" lastIdx="0" clrIdx="4281"/>
  <p:cmAuthor id="4283" name="张因然10112423" initials="1" lastIdx="0" clrIdx="4282"/>
  <p:cmAuthor id="4284" name="10285279" initials="1" lastIdx="0" clrIdx="4283"/>
  <p:cmAuthor id="4285" name="潘艳 Yan Pan (产品管理中心 PD)" initials="潘艳" lastIdx="0" clrIdx="4284"/>
  <p:cmAuthor id="4286" name="孙芳芳 FangfangSun （用户共创与产品管理中心）" initials="孙芳芳" lastIdx="0" clrIdx="4285"/>
  <p:cmAuthor id="4287" name="赵丽丽" initials="赵" lastIdx="0" clrIdx="4286"/>
  <p:cmAuthor id="4288" name="tong" initials="t" lastIdx="0" clrIdx="4287"/>
  <p:cmAuthor id="4289" name="Hao Yue" initials="HY" lastIdx="0" clrIdx="4288"/>
  <p:cmAuthor id="4290" name="1003776019@qq.com" initials="1" lastIdx="0" clrIdx="4289"/>
  <p:cmAuthor id="4291" name="Petersen, Jenny {MDBD~South San Francisco}" initials="P" lastIdx="0" clrIdx="4290"/>
  <p:cmAuthor id="4292" name="Yoda KK" initials="Y" lastIdx="0" clrIdx="4291"/>
  <p:cmAuthor id="4293" name="zhouyangfan" initials="z" lastIdx="0" clrIdx="4292"/>
  <p:cmAuthor id="4294" name="刘国强" initials="刘" lastIdx="0" clrIdx="4293"/>
  <p:cmAuthor id="4295" name="刘云飞" initials="刘" lastIdx="0" clrIdx="4294"/>
  <p:cmAuthor id="4296" name="xusha" initials="x" lastIdx="0" clrIdx="4295"/>
  <p:cmAuthor id="4297" name="王源" initials="王" lastIdx="0" clrIdx="4296"/>
  <p:cmAuthor id="4298" name="袁正海" initials="袁" lastIdx="0" clrIdx="4297"/>
  <p:cmAuthor id="4299" name="zhang li" initials="z" lastIdx="0" clrIdx="4298"/>
  <p:cmAuthor id="4300" name="alen" initials="a" lastIdx="0" clrIdx="4299"/>
  <p:cmAuthor id="4301" name="任俊宣" initials="任" lastIdx="0" clrIdx="4300"/>
  <p:cmAuthor id="4302" name="qsl" initials="q" lastIdx="0" clrIdx="4301"/>
  <p:cmAuthor id="4303" name="10025093" initials="1" lastIdx="0" clrIdx="4302"/>
  <p:cmAuthor id="4304" name="刘风香" initials="刘" lastIdx="0" clrIdx="4303"/>
  <p:cmAuthor id="4305" name="白亚峰" initials="白" lastIdx="0" clrIdx="4304"/>
  <p:cmAuthor id="4306" name="张双文" initials="张" lastIdx="0" clrIdx="4305"/>
  <p:cmAuthor id="4307" name="苗挺" initials="苗" lastIdx="0" clrIdx="4306"/>
  <p:cmAuthor id="4308" name="CH001982" initials="C" lastIdx="0" clrIdx="4307"/>
  <p:cmAuthor id="4309" name="姜宁01" initials="A" lastIdx="0" clrIdx="4308"/>
  <p:cmAuthor id="4310" name="92032" initials="9" lastIdx="0" clrIdx="4309"/>
  <p:cmAuthor id="4311" name="AFPT" initials="A" lastIdx="0" clrIdx="4310"/>
  <p:cmAuthor id="4312" name="19530108770@126.com" initials="1" lastIdx="0" clrIdx="4311"/>
  <p:cmAuthor id="4313" name="86150" initials="8" lastIdx="0" clrIdx="4312"/>
  <p:cmAuthor id="4314" name="18829" initials="1" lastIdx="0" clrIdx="4313"/>
  <p:cmAuthor id="4315" name="穆帅" initials="穆" lastIdx="0" clrIdx="4314"/>
  <p:cmAuthor id="4316" name="Air" initials="A" lastIdx="0" clrIdx="4315"/>
  <p:cmAuthor id="4317" name="86188" initials="8" lastIdx="0" clrIdx="4316"/>
  <p:cmAuthor id="4318" name="Head of Sci Tec Ino" initials="H" lastIdx="0" clrIdx="4317"/>
  <p:cmAuthor id="4319" name="86156" initials="8" lastIdx="0" clrIdx="4318"/>
  <p:cmAuthor id="4320" name="abbyz" initials="a" lastIdx="0" clrIdx="4319"/>
  <p:cmAuthor id="4321" name="baiyu" initials="b" lastIdx="0" clrIdx="4320"/>
  <p:cmAuthor id="4322" name="张 衡" initials="张" lastIdx="0" clrIdx="4321"/>
  <p:cmAuthor id="4323" name="yhz706@163.com" initials="y" lastIdx="0" clrIdx="4322"/>
  <p:cmAuthor id="4324" name="赵长存_nu6nFVBr" initials="authorId_1265003501" lastIdx="0" clrIdx="4323"/>
  <p:cmAuthor id="4325" name="修改人编号：YG-100088,姓名：张沙" initials="修" lastIdx="0" clrIdx="4324"/>
  <p:cmAuthor id="4326" name="亮" initials="亮" lastIdx="0" clrIdx="4325"/>
  <p:cmAuthor id="4327" name="沙俊杰00140688" initials="沙俊杰00140688" lastIdx="0" clrIdx="4326"/>
  <p:cmAuthor id="4328" name="williamwhu@163.com" initials="w" lastIdx="0" clrIdx="4327"/>
  <p:cmAuthor id="4329" name="chenjinli (C)" initials="c(" lastIdx="0" clrIdx="4328"/>
  <p:cmAuthor id="4330" name="Egos" initials="E" lastIdx="0" clrIdx="4329"/>
  <p:cmAuthor id="4331" name="Qidong Zhao" initials="QZ" lastIdx="0" clrIdx="4330"/>
  <p:cmAuthor id="4332" name="LENOVO" initials="L" lastIdx="0" clrIdx="4331"/>
  <p:cmAuthor id="4333" name="杜志彬" initials="杜" lastIdx="0" clrIdx="4332"/>
  <p:cmAuthor id="4334" name="c" initials="c" lastIdx="0" clrIdx="4333"/>
  <p:cmAuthor id="4335" name="王帅" initials="王" lastIdx="0" clrIdx="4334"/>
  <p:cmAuthor id="4336" name="Charley" initials="C" lastIdx="0" clrIdx="4335"/>
  <p:cmAuthor id="4337" name="Tong" initials="T" lastIdx="0" clrIdx="4336"/>
  <p:cmAuthor id="4338" name="jiewei.yao" initials="" lastIdx="0" clrIdx="4337"/>
  <p:cmAuthor id="4339" name="赵瑞" initials="D" lastIdx="0" clrIdx="4338"/>
  <p:cmAuthor id="4340" name="software testing" initials="s" lastIdx="0" clrIdx="4339"/>
  <p:cmAuthor id="4341" name="栗熙泽" initials="栗" lastIdx="0" clrIdx="4340"/>
  <p:cmAuthor id="4342" name="马铃薯" initials="马" lastIdx="0" clrIdx="4341"/>
  <p:cmAuthor id="4343" name="mazhizhen" initials="m" lastIdx="0" clrIdx="4342"/>
  <p:cmAuthor id="4344" name="李韬" initials="李" lastIdx="0" clrIdx="4343"/>
  <p:cmAuthor id="4345" name="yanzhi" initials="y" lastIdx="0" clrIdx="4344"/>
  <p:cmAuthor id="4346" name="王鑫" initials="WX" lastIdx="0" clrIdx="4345"/>
  <p:cmAuthor id="4347" name="mermer" initials="m" lastIdx="0" clrIdx="4346"/>
  <p:cmAuthor id="4348" name="LiuJiajie" initials="L" lastIdx="0" clrIdx="4347"/>
  <p:cmAuthor id="4349" name="ZhangJin" initials="Z" lastIdx="0" clrIdx="4348"/>
  <p:cmAuthor id="4350" name="董苗苗" initials="董" lastIdx="0" clrIdx="4349"/>
  <p:cmAuthor id="4351" name="971797493@qq.com" initials="9" lastIdx="0" clrIdx="4350"/>
  <p:cmAuthor id="4352" name="peng.ling4" initials="p" lastIdx="0" clrIdx="4351"/>
  <p:cmAuthor id="4353" name="wang.jiahao8" initials="w" lastIdx="0" clrIdx="4352"/>
  <p:cmAuthor id="4354" name="songjianhong" initials="s" lastIdx="0" clrIdx="4353"/>
  <p:cmAuthor id="4355" name="zhoupanliang" initials="z" lastIdx="0" clrIdx="4354"/>
  <p:cmAuthor id="4356" name="caichunrui" initials="c" lastIdx="0" clrIdx="4355"/>
  <p:cmAuthor id="4357" name="sunyan" initials="s" lastIdx="0" clrIdx="4356"/>
  <p:cmAuthor id="4358" name="祁 晓伟" initials="祁" lastIdx="0" clrIdx="4357"/>
  <p:cmAuthor id="4359" name="user724" initials="u" lastIdx="0" clrIdx="4358"/>
  <p:cmAuthor id="4360" name="user2802" initials="u" lastIdx="0" clrIdx="4359"/>
  <p:cmAuthor id="4361" name="90508953" initials="9" lastIdx="0" clrIdx="4360"/>
  <p:cmAuthor id="4362" name="王辉" initials="王" lastIdx="0" clrIdx="4361"/>
  <p:cmAuthor id="4363" name="吴江苏" initials="吴" lastIdx="0" clrIdx="4362"/>
  <p:cmAuthor id="4364" name="段克领" initials="段克领" lastIdx="0" clrIdx="4363"/>
  <p:cmAuthor id="4365" name="金飞 Fei Jin (奇瑞商用车)" initials="金飞" lastIdx="0" clrIdx="4364"/>
  <p:cmAuthor id="4366" name="湲某人" initials="湲" lastIdx="0" clrIdx="4365"/>
  <p:cmAuthor id="4367" name="波波" initials="波" lastIdx="0" clrIdx="4366"/>
  <p:cmAuthor id="4368" name="2018033102" initials="2" lastIdx="0" clrIdx="4367"/>
  <p:cmAuthor id="4369" name="孙超越" initials="孙超越" lastIdx="0" clrIdx="4368"/>
  <p:cmAuthor id="4370" name="张吾童" initials="张吾童" lastIdx="0" clrIdx="4369"/>
  <p:cmAuthor id="4371" name="liuwenliang" initials="l" lastIdx="0" clrIdx="4370"/>
  <p:cmAuthor id="4372" name="蒋澜 Lan Jiang （用户共创与产品管理中心）" initials="蒋澜" lastIdx="0" clrIdx="4371"/>
  <p:cmAuthor id="4373" name="谷印 Yin Gu (研发总院 AERI)" initials="谷印" lastIdx="0" clrIdx="4372"/>
  <p:cmAuthor id="4374" name="吴凯华 Kaihua Wu （研发总院 AERI）" initials="吴凯华" lastIdx="0" clrIdx="4373"/>
  <p:cmAuthor id="4375" name="BOB" initials="B" lastIdx="0" clrIdx="4374"/>
  <p:cmAuthor id="4376" name="zhouzean" initials="z" lastIdx="0" clrIdx="4375"/>
  <p:cmAuthor id="4377" name="系统管理员" initials="系" lastIdx="0" clrIdx="4376"/>
  <p:cmAuthor id="4378" name="王叶伟" initials="王" lastIdx="0" clrIdx="4377"/>
  <p:cmAuthor id="4379" name="李喜若 Xiruo Li （质量管理中心）" initials="李喜若" lastIdx="0" clrIdx="4378"/>
  <p:cmAuthor id="4380" name="杨忠远" initials="杨" lastIdx="0" clrIdx="4379"/>
  <p:cmAuthor id="4381" name="雨晨" initials="雨" lastIdx="0" clrIdx="4380"/>
  <p:cmAuthor id="4382" name="杨超锋 Chaofeng Yang （研发总院 AERI）" initials="杨超锋" lastIdx="0" clrIdx="4381"/>
  <p:cmAuthor id="4383" name="余康 Kang Yu （制造中心）" initials="余康" lastIdx="0" clrIdx="4382"/>
  <p:cmAuthor id="4384" name="蒋慧莲" initials="蒋" lastIdx="0" clrIdx="4383"/>
  <p:cmAuthor id="4385" name="黄勇" initials="黄" lastIdx="0" clrIdx="4384"/>
  <p:cmAuthor id="4386" name="李庆明" initials="李" lastIdx="0" clrIdx="4385"/>
  <p:cmAuthor id="4387" name="范云飞" initials="范" lastIdx="0" clrIdx="4386"/>
  <p:cmAuthor id="4388" name="高莹莹 Yingying Gao （用户共创与产品管理中心）" initials="高莹莹" lastIdx="0" clrIdx="4387"/>
  <p:cmAuthor id="4389" name="李文04" initials="李文" lastIdx="0" clrIdx="4388"/>
  <p:cmAuthor id="4390" name="张靖翔 Jingxiang Zhang （新能源公司）" initials="张靖翔" lastIdx="0" clrIdx="4389"/>
  <p:cmAuthor id="4391" name="袁涛 Tao Yuan (制造中心)" initials="袁涛" lastIdx="0" clrIdx="4390"/>
  <p:cmAuthor id="4392" name="汤瑞 Rui Tang （计划物流中心）" initials="汤瑞" lastIdx="0" clrIdx="4391"/>
  <p:cmAuthor id="4393" name="马胜龙 Shenglong Ma (研发总院 AERI)" initials="马胜龙" lastIdx="0" clrIdx="4392"/>
  <p:cmAuthor id="4394" name="吴计春 Jichun Wu (新能源公司)" initials="吴计春" lastIdx="0" clrIdx="4393"/>
  <p:cmAuthor id="4395" name="zhaosuijing" initials="z" lastIdx="0" clrIdx="4394"/>
  <p:cmAuthor id="4396" name="szb" initials="s" lastIdx="0" clrIdx="4395"/>
  <p:cmAuthor id="4397" name="haixu liu" initials="hl" lastIdx="0" clrIdx="4396"/>
  <p:cmAuthor id="4398" name="Gustavo Neiva" initials="GN" lastIdx="0" clrIdx="4397"/>
  <p:cmAuthor id="4399" name="8184602" initials="8" lastIdx="0" clrIdx="4398"/>
  <p:cmAuthor id="4400" name="果果锅锅" initials="果" lastIdx="0" clrIdx="4399"/>
  <p:cmAuthor id="4401" name="zhangxiong" initials="z" lastIdx="0" clrIdx="4400"/>
  <p:cmAuthor id="4402" name="张伟5324" initials="张伟5324" lastIdx="0" clrIdx="4401"/>
  <p:cmAuthor id="4403" name="h00116833" initials="h" lastIdx="0" clrIdx="4402"/>
  <p:cmAuthor id="4404" name="齐瑞环 Ruihuan Qi (产品管理中心 PD)" initials="齐瑞环" lastIdx="0" clrIdx="4403"/>
  <p:cmAuthor id="4405" name="查旭帆 Xufan Cha (研发总院 AERI)" initials="查旭帆" lastIdx="0" clrIdx="4404"/>
  <p:cmAuthor id="4406" name="吴凤琴 Fengqin Wu (制造工程 MFG Inst)" initials="吴凤琴" lastIdx="0" clrIdx="4405"/>
  <p:cmAuthor id="4407" name="隋宏亮 Hongliang Sui （研发总院 AERI）" initials="隋宏亮" lastIdx="0" clrIdx="4406"/>
  <p:cmAuthor id="4408" name="yinyi2023@qq.com" initials="" lastIdx="0" clrIdx="4407"/>
  <p:cmAuthor id="4409" name="储胜林" initials="储" lastIdx="0" clrIdx="4408"/>
  <p:cmAuthor id="4410" name="张艳艳" initials="张艳艳" lastIdx="0" clrIdx="4409"/>
  <p:cmAuthor id="4411" name="刘跃" initials="刘" lastIdx="0" clrIdx="4410"/>
  <p:cmAuthor id="4412" name="陈德阳" initials="陈" lastIdx="0" clrIdx="4411"/>
  <p:cmAuthor id="4413" name="何鑫" initials="何" lastIdx="0" clrIdx="4412"/>
  <p:cmAuthor id="4414" name="王赞赞" initials="王" lastIdx="0" clrIdx="4413"/>
  <p:cmAuthor id="4415" name="Yip Biying" initials="YB" lastIdx="0" clrIdx="4414"/>
  <p:cmAuthor id="4416" name="烁 曾" initials="烁" lastIdx="0" clrIdx="4415"/>
  <p:cmAuthor id="4417" name="王云飞" initials="王" lastIdx="0" clrIdx="4416"/>
  <p:cmAuthor id="4418" name="葛长青 Changqing Ge （用户共创与产品管理中心）" initials="葛长青" lastIdx="0" clrIdx="4417"/>
  <p:cmAuthor id="4419" name="费雪玲 Xueling Fei (EXEED事业部)" initials="费雪玲" lastIdx="0" clrIdx="4418"/>
  <p:cmAuthor id="4420" name="catmi@126.com" initials="c" lastIdx="0" clrIdx="4419"/>
  <p:cmAuthor id="4421" name="吉晓阁 Xiaoge Ji （用户共创与产品管理中心）" initials="吉晓阁" lastIdx="0" clrIdx="4420"/>
  <p:cmAuthor id="4422" name="胡自尧 Ziyao Hu (财务部 Finance)" initials="胡自尧" lastIdx="0" clrIdx="4421"/>
  <p:cmAuthor id="4423" name="刘基腾" initials="刘" lastIdx="0" clrIdx="4422"/>
  <p:cmAuthor id="4424" name="陈瑶(02334)" initials="陈" lastIdx="0" clrIdx="4423"/>
  <p:cmAuthor id="4425" name="45733" initials="4" lastIdx="0" clrIdx="4424"/>
  <p:cmAuthor id="4426" name="朱美玲" initials="朱美玲" lastIdx="0" clrIdx="4425"/>
  <p:cmAuthor id="4427" name="sic" initials="s" lastIdx="0" clrIdx="4426"/>
  <p:cmAuthor id="4428" name="樊孟宗 Mengzong Fan (捷途品牌事业部)" initials="樊孟宗" lastIdx="0" clrIdx="4427"/>
  <p:cmAuthor id="4429" name="29974" initials="2" lastIdx="0" clrIdx="4428"/>
  <p:cmAuthor id="4430" name="朱青" initials="朱" lastIdx="0" clrIdx="4429"/>
  <p:cmAuthor id="4431" name="李楠楠" initials="李" lastIdx="0" clrIdx="4430"/>
  <p:cmAuthor id="4432" name="李鹏博" initials="李" lastIdx="0" clrIdx="4431"/>
  <p:cmAuthor id="4433" name="覃建锐" initials="覃" lastIdx="0" clrIdx="4432"/>
  <p:cmAuthor id="4434" name="高怡(高怡)" initials="高怡(高怡)" lastIdx="0" clrIdx="4433"/>
  <p:cmAuthor id="4435" name="Suqi Cheng" initials="SC" lastIdx="0" clrIdx="4434"/>
  <p:cmAuthor id="4436" name="汪紫荆 Zijing Wang (研发总院 AERI)" initials="汪紫荆" lastIdx="0" clrIdx="4435"/>
  <p:cmAuthor id="4437" name="虞红海 Honghai Yu (产品管理中心 PD)" initials="虞红海" lastIdx="0" clrIdx="4436"/>
  <p:cmAuthor id="4438" name="李芮丹" initials="李芮丹" lastIdx="0" clrIdx="4437"/>
  <p:cmAuthor id="4439" name="陈洪亮" initials="陈洪亮" lastIdx="0" clrIdx="4438"/>
  <p:cmAuthor id="4440" name="沈镇岳" initials="沈镇岳" lastIdx="0" clrIdx="4439"/>
  <p:cmAuthor id="4441" name="杨勇 Yong Yang （财务中心）" initials="杨勇" lastIdx="0" clrIdx="4440"/>
  <p:cmAuthor id="4442" name="wcstt" initials="w" lastIdx="0" clrIdx="4441"/>
  <p:cmAuthor id="4443" name="于雪锋" initials="于" lastIdx="0" clrIdx="4442"/>
  <p:cmAuthor id="4444" name="余遥 Yao Yu （奇瑞品牌国内业务事业部）" initials="余遥" lastIdx="0" clrIdx="4443"/>
  <p:cmAuthor id="4445" name="钟炜" initials="钟" lastIdx="0" clrIdx="4444"/>
  <p:cmAuthor id="4446" name="韩朝" initials="韩" lastIdx="0" clrIdx="4445"/>
  <p:cmAuthor id="4447" name="吴维 Wei Wu （供应商 supplier）" initials="吴维" lastIdx="0" clrIdx="4446"/>
  <p:cmAuthor id="4448" name="殷松 Song Yin  (研发总院 AERI)" initials="殷松" lastIdx="0" clrIdx="4447"/>
  <p:cmAuthor id="4449" name="肖兵" initials="肖" lastIdx="0" clrIdx="4448"/>
  <p:cmAuthor id="4450" name="张诗云" initials="张" lastIdx="0" clrIdx="4449"/>
  <p:cmAuthor id="4451" name="侯善峻 Shanjun Hou （奇瑞品牌国内业务事业部）" initials="侯善峻" lastIdx="0" clrIdx="4450"/>
  <p:cmAuthor id="4452" name="梁彤慧" initials="梁" lastIdx="0" clrIdx="4451"/>
  <p:cmAuthor id="4453" name="王延海" initials="王" lastIdx="0" clrIdx="4452"/>
  <p:cmAuthor id="4454" name="徐阳" initials="徐" lastIdx="0" clrIdx="4453"/>
  <p:cmAuthor id="4455" name="许鑫悦" initials="许" lastIdx="0" clrIdx="4454"/>
  <p:cmAuthor id="4456" name="储金华" initials="储" lastIdx="0" clrIdx="4455"/>
  <p:cmAuthor id="4457" name="陶飞飞" initials="陶" lastIdx="0" clrIdx="4456"/>
  <p:cmAuthor id="4458" name="吕路莹" initials="吕" lastIdx="0" clrIdx="4457"/>
  <p:cmAuthor id="4459" name="薛晓贞" initials="薛" lastIdx="0" clrIdx="4458"/>
  <p:cmAuthor id="4460" name="Isabella" initials="I" lastIdx="0" clrIdx="4459"/>
  <p:cmAuthor id="4461" name="刘杨 Yang Liu (研发总院 AERI)" initials="刘杨" lastIdx="0" clrIdx="4460"/>
  <p:cmAuthor id="4462" name="彭朋 Peng Peng （研发总院 AERI）" initials="彭朋" lastIdx="0" clrIdx="4461"/>
  <p:cmAuthor id="4463" name="李晶晶 Jingjing Li (采购中心 Purchase)" initials="李晶晶" lastIdx="0" clrIdx="4462"/>
  <p:cmAuthor id="4464" name="张群 Qun Zhang (采购中心 Purchase)" initials="张群" lastIdx="0" clrIdx="4463"/>
  <p:cmAuthor id="4465" name="李忠孝 Zhongxiao Li (营销公司)" initials="李忠孝" lastIdx="0" clrIdx="4464"/>
  <p:cmAuthor id="4466" name="丁祥" initials="丁" lastIdx="0" clrIdx="4465"/>
  <p:cmAuthor id="4467" name="杨得山" initials="杨" lastIdx="0" clrIdx="4466"/>
  <p:cmAuthor id="4468" name="曹妍" initials="曹" lastIdx="0" clrIdx="4467"/>
  <p:cmAuthor id="4469" name="吴道胜" initials="吴" lastIdx="0" clrIdx="4468"/>
  <p:cmAuthor id="4470" name="赵泽润" initials="赵" lastIdx="0" clrIdx="4469"/>
  <p:cmAuthor id="4471" name="韩昆奇" initials="韩" lastIdx="0" clrIdx="4470"/>
  <p:cmAuthor id="4472" name="杨明" initials="杨" lastIdx="0" clrIdx="4471"/>
  <p:cmAuthor id="4473" name="Jacob Reaume" initials="" lastIdx="0" clrIdx="4472"/>
  <p:cmAuthor id="4474" name="伍廷鸿" initials="伍" lastIdx="0" clrIdx="4473"/>
  <p:cmAuthor id="4475" name="Huagao Chen" initials="HC" lastIdx="0" clrIdx="4474"/>
  <p:cmAuthor id="4476" name="v" initials="v" lastIdx="0" clrIdx="4475"/>
  <p:cmAuthor id="4477" name="好名字_m2muA7Bn" initials="authorId_326852370" lastIdx="0" clrIdx="4476"/>
  <p:cmAuthor id="4478" name="tcymr@163.com" initials="t" lastIdx="0" clrIdx="4477"/>
  <p:cmAuthor id="4479" name="程玉珍" initials="程" lastIdx="0" clrIdx="4478"/>
  <p:cmAuthor id="4480" name="TaiKang" initials="T" lastIdx="0" clrIdx="4479"/>
  <p:cmAuthor id="4481" name="赵书伟 Shuwei Zhao (产品管理中心 PD)" initials="赵书伟" lastIdx="0" clrIdx="4480"/>
  <p:cmAuthor id="4482" name="AutoDatas" initials="A" lastIdx="0" clrIdx="4481"/>
  <p:cmAuthor id="4483" name="yx_sk" initials="y" lastIdx="0" clrIdx="4482"/>
  <p:cmAuthor id="4484" name="刘家璇" initials="刘" lastIdx="0" clrIdx="4483"/>
  <p:cmAuthor id="4485" name="肇巍" initials="肇" lastIdx="0" clrIdx="4484"/>
  <p:cmAuthor id="4486" name="GTS" initials="G" lastIdx="0" clrIdx="4485"/>
  <p:cmAuthor id="4487" name="JieJin" initials="J" lastIdx="0" clrIdx="4486"/>
  <p:cmAuthor id="4488" name="BQ AUTODATAS" initials="B" lastIdx="0" clrIdx="4487"/>
  <p:cmAuthor id="4489" name="王云翠" initials="王" lastIdx="0" clrIdx="4488"/>
  <p:cmAuthor id="4490" name="694493483@qq.com" initials="" lastIdx="0" clrIdx="4489"/>
  <p:cmAuthor id="4491" name="Boqi Boqi" initials="BB" lastIdx="0" clrIdx="4490"/>
  <p:cmAuthor id="4492" name="王吉良" initials="王" lastIdx="0" clrIdx="4491"/>
  <p:cmAuthor id="4493" name="承韡" initials="承韡" lastIdx="0" clrIdx="4492"/>
  <p:cmAuthor id="4494" name="aaronzheng" initials="a" lastIdx="0" clrIdx="4493"/>
  <p:cmAuthor id="4495" name="程颖 Ying Cheng (产品管理中心 PD)" initials="程颖" lastIdx="0" clrIdx="4494"/>
  <p:cmAuthor id="4496" name="周家伟 Jiawei Zhou (研发总院 AERI)" initials="周家伟" lastIdx="0" clrIdx="4495"/>
  <p:cmAuthor id="4497" name="龙明理 Mingli Long (研发总院 AERI)" initials="龙明理" lastIdx="0" clrIdx="4496"/>
  <p:cmAuthor id="4498" name="鲁文 Wen Lu （奇瑞品牌国内业务事业部）" initials="鲁文" lastIdx="0" clrIdx="4497"/>
  <p:cmAuthor id="4499" name="马宜坤" initials="马" lastIdx="0" clrIdx="4498"/>
  <p:cmAuthor id="4500" name="罗罗。。" initials="罗" lastIdx="0" clrIdx="4499"/>
  <p:cmAuthor id="4501" name="tkqd" initials="t" lastIdx="0" clrIdx="4500"/>
  <p:cmAuthor id="4502" name="don't call me 雪梨" initials="d" lastIdx="0" clrIdx="4501"/>
  <p:cmAuthor id="4503" name="王倩钰 Qianyu Wang (奇瑞科技)" initials="王倩钰" lastIdx="0" clrIdx="4502"/>
  <p:cmAuthor id="4504" name="Datura Luv" initials="D" lastIdx="0" clrIdx="4503"/>
  <p:cmAuthor id="4505" name="谭明宇" initials="谭" lastIdx="0" clrIdx="4504"/>
  <p:cmAuthor id="4506" name="古二蛋" initials="古" lastIdx="0" clrIdx="4505"/>
  <p:cmAuthor id="4507" name="张景海" initials="张" lastIdx="0" clrIdx="4506"/>
  <p:cmAuthor id="4508" name="八号" initials="八" lastIdx="0" clrIdx="4507"/>
  <p:cmAuthor id="4509" name="张小波" initials="张" lastIdx="0" clrIdx="4508"/>
  <p:cmAuthor id="4510" name="戚明悦" initials="戚" lastIdx="0" clrIdx="4509"/>
  <p:cmAuthor id="4511" name="郭玉刚" initials="郭" lastIdx="0" clrIdx="4510"/>
  <p:cmAuthor id="4512" name="伟 熊" initials="伟熊" lastIdx="0" clrIdx="4511"/>
  <p:cmAuthor id="4513" name="尧 十三" initials="尧十" lastIdx="0" clrIdx="4512"/>
  <p:cmAuthor id="4514" name="DX" initials="D" lastIdx="0" clrIdx="4513"/>
  <p:cmAuthor id="4515" name="wu hongwei" initials="wh" lastIdx="0" clrIdx="4514"/>
  <p:cmAuthor id="4516" name="陈志斌" initials="陈" lastIdx="0" clrIdx="4515"/>
  <p:cmAuthor id="4517" name="王玥" initials="王" lastIdx="0" clrIdx="4516"/>
  <p:cmAuthor id="4518" name="尹周华 Zhouhua Yin (营销公司 Marketing)" initials="尹周华" lastIdx="0" clrIdx="4517"/>
  <p:cmAuthor id="4519" name="贾治浩" initials="贾" lastIdx="0" clrIdx="4518"/>
  <p:cmAuthor id="4520" name="whale" initials="w" lastIdx="0" clrIdx="4519"/>
  <p:cmAuthor id="4521" name="孙文莲" initials="孙" lastIdx="0" clrIdx="4520"/>
  <p:cmAuthor id="4522" name="edy" initials="e" lastIdx="0" clrIdx="4521"/>
  <p:cmAuthor id="4523" name="李媛红_JJzurUjY" initials="authorId_AK20230406IFUKPT:3606190836654096384w" lastIdx="0" clrIdx="4522"/>
  <p:cmAuthor id="4524" name="杨诗维_rIvyUj2Y" initials="authorId_AK20230406IFUKPT:3606213490809186816w" lastIdx="0" clrIdx="4523"/>
  <p:cmAuthor id="4525" name="edz" initials="e" lastIdx="0" clrIdx="4524"/>
  <p:cmAuthor id="4526" name="calvin" initials="c" lastIdx="0" clrIdx="4525"/>
  <p:cmAuthor id="4527" name="yjgan" initials="y" lastIdx="0" clrIdx="4526"/>
  <p:cmAuthor id="4528" name="152094" initials="1" lastIdx="0" clrIdx="4527"/>
  <p:cmAuthor id="4529" name="徐小丹" initials="徐小丹" lastIdx="0" clrIdx="4528"/>
  <p:cmAuthor id="4530" name="李慧瑜" initials="李慧瑜" lastIdx="0" clrIdx="4529"/>
  <p:cmAuthor id="4531" name="束庆兵" initials="束" lastIdx="0" clrIdx="4530"/>
  <p:cmAuthor id="4532" name="hedandan" initials="h" lastIdx="0" clrIdx="4531"/>
  <p:cmAuthor id="4533" name="Chao GUO" initials="C" lastIdx="0" clrIdx="4532"/>
  <p:cmAuthor id="4534" name="ljj" initials="l" lastIdx="0" clrIdx="4533"/>
  <p:cmAuthor id="4535" name="凌 珏" initials="凌" lastIdx="0" clrIdx="4534"/>
  <p:cmAuthor id="4536" name="13911355605@139.com" initials="1" lastIdx="0" clrIdx="4535"/>
  <p:cmAuthor id="4537" name="CHEN, JIAHUI _" initials="" lastIdx="0" clrIdx="4536"/>
  <p:cmAuthor id="4538" name="Jacque He" initials="JH" lastIdx="0" clrIdx="4537"/>
  <p:cmAuthor id="4539" name="longhua shang" initials="ls" lastIdx="0" clrIdx="4538"/>
  <p:cmAuthor id="4540" name="shang longhua" initials="sl" lastIdx="0" clrIdx="4539"/>
  <p:cmAuthor id="4541" name="ThinkPad" initials="T" lastIdx="0" clrIdx="4540"/>
  <p:cmAuthor id="4542" name="ZB-0220" initials="Z" lastIdx="0" clrIdx="4541"/>
  <p:cmAuthor id="4543" name="Freddy Yuan" initials="FY" lastIdx="0" clrIdx="4542"/>
  <p:cmAuthor id="4544" name="张宇" initials="张宇" lastIdx="0" clrIdx="4543"/>
  <p:cmAuthor id="4545" name="宁 马" initials="宁" lastIdx="0" clrIdx="4544"/>
  <p:cmAuthor id="4546" name="王 美健" initials="王" lastIdx="0" clrIdx="4545"/>
  <p:cmAuthor id="4547" name="鲍 鸿剑" initials="鲍" lastIdx="0" clrIdx="4546"/>
  <p:cmAuthor id="4548" name="赵斌6(Bin Zhao)" initials="赵斌6(Bin" lastIdx="0" clrIdx="4547"/>
  <p:cmAuthor id="4549" name="岑 坤" initials="岑" lastIdx="0" clrIdx="4548"/>
  <p:cmAuthor id="4550" name="任斐" initials="任" lastIdx="0" clrIdx="4549"/>
  <p:cmAuthor id="4551" name="秦 艺" initials="秦" lastIdx="0" clrIdx="4550"/>
  <p:cmAuthor id="4552" name="刘宝琛_JbIzNJ3U" initials="authorId_2661815016" lastIdx="0" clrIdx="4551"/>
  <p:cmAuthor id="4553" name="杨虹" initials="杨" lastIdx="0" clrIdx="4552"/>
  <p:cmAuthor id="4554" name="胡千睿" initials="胡" lastIdx="0" clrIdx="4553"/>
  <p:cmAuthor id="4555" name="陈丽平 Liping Chen （研发总院 AERI）" initials="陈丽平" lastIdx="0" clrIdx="4554"/>
  <p:cmAuthor id="4556" name="吕凯正" initials="吕" lastIdx="0" clrIdx="4555"/>
  <p:cmAuthor id="4557" name="牛路明" initials="牛" lastIdx="0" clrIdx="4556"/>
  <p:cmAuthor id="4558" name="万鹏" initials="万" lastIdx="0" clrIdx="4557"/>
  <p:cmAuthor id="4559" name="王书琛 Shuchen Wang （研发总院 AERI）" initials="王书琛" lastIdx="0" clrIdx="4558"/>
  <p:cmAuthor id="4560" name="钱宇航" initials="钱" lastIdx="0" clrIdx="4559"/>
  <p:cmAuthor id="4561" name="葛小虎 Xiaohu Ge （营销公司）" initials="葛小虎" lastIdx="0" clrIdx="4560"/>
  <p:cmAuthor id="4562" name="Xin Jin 金鑫(营销公司 Marketing)" initials="XJ金M" lastIdx="0" clrIdx="4561"/>
  <p:cmAuthor id="4563" name="newrank05@outlook.com" initials="n" lastIdx="0" clrIdx="4562"/>
  <p:cmAuthor id="4564" name="njreport" initials="n" lastIdx="0" clrIdx="4563"/>
  <p:cmAuthor id="4565" name="晓云 周" initials="晓云" lastIdx="0" clrIdx="4564"/>
  <p:cmAuthor id="4566" name="li song" initials="ls" lastIdx="0" clrIdx="4565"/>
  <p:cmAuthor id="4567" name="啵唧" initials="啵" lastIdx="0" clrIdx="4566"/>
  <p:cmAuthor id="4568" name="ChengZhe" initials="C" lastIdx="0" clrIdx="4567"/>
  <p:cmAuthor id="4569" name="60005369@huayou.com" initials="6" lastIdx="0" clrIdx="4568"/>
  <p:cmAuthor id="4570" name="施阳" initials="施" lastIdx="0" clrIdx="4569"/>
  <p:cmAuthor id="4571" name="黄琦" initials="黄" lastIdx="0" clrIdx="4570"/>
  <p:cmAuthor id="4572" name="陶书权" initials="陶" lastIdx="0" clrIdx="4571"/>
  <p:cmAuthor id="4573" name="居艳" initials="居" lastIdx="0" clrIdx="4572"/>
  <p:cmAuthor id="4574" name="该昵称已被注册" initials="该" lastIdx="0" clrIdx="4573"/>
  <p:cmAuthor id="4575" name="邢立娜" initials="邢" lastIdx="0" clrIdx="4574"/>
  <p:cmAuthor id="4576" name="方宏坡 Hongpo Fang（研发总院 AERI）" initials="方宏坡" lastIdx="0" clrIdx="4575"/>
  <p:cmAuthor id="4577" name="班文豪 Wenhao Ban （国际业务事业部）" initials="班文豪" lastIdx="0" clrIdx="4576"/>
  <p:cmAuthor id="4578" name="qchd" initials="q" lastIdx="0" clrIdx="4577"/>
  <p:cmAuthor id="4579" name="李丽华" initials="李" lastIdx="0" clrIdx="4578"/>
  <p:cmAuthor id="4580" name="10105" initials="1" lastIdx="0" clrIdx="4579"/>
  <p:cmAuthor id="4581" name="庄悦" initials="庄悦" lastIdx="0" clrIdx="4580"/>
  <p:cmAuthor id="4582" name="潘东升" initials="潘" lastIdx="0" clrIdx="4581"/>
  <p:cmAuthor id="4583" name="蔚勇军" initials="蔚" lastIdx="0" clrIdx="4582"/>
  <p:cmAuthor id="4584" name="john zhang" initials="j" lastIdx="0" clrIdx="4583"/>
  <p:cmAuthor id="4585" name="ShenXiaolei" initials="S" lastIdx="0" clrIdx="4584"/>
  <p:cmAuthor id="4586" name="龚玉奇" initials="龚" lastIdx="0" clrIdx="4585"/>
  <p:cmAuthor id="4587" name="xia.wei5" initials="x" lastIdx="0" clrIdx="4586"/>
  <p:cmAuthor id="4588" name="byd_lenovo" initials="b" lastIdx="0" clrIdx="4587"/>
  <p:cmAuthor id="4589" name="cao.qingqing" initials="c" lastIdx="0" clrIdx="4588"/>
  <p:cmAuthor id="4590" name="tliu" initials="t" lastIdx="0" clrIdx="4589"/>
  <p:cmAuthor id="4591" name="宋 冰" initials="宋" lastIdx="0" clrIdx="4590"/>
  <p:cmAuthor id="4592" name="tian.wuji" initials="t" lastIdx="0" clrIdx="4591"/>
  <p:cmAuthor id="4593" name="Y" initials="YY [29]" lastIdx="0" clrIdx="4592"/>
  <p:cmAuthor id="4594" name="zjh" initials="z" lastIdx="0" clrIdx="4593"/>
  <p:cmAuthor id="4595" name="qi.hongbo" initials="q" lastIdx="0" clrIdx="4594"/>
  <p:cmAuthor id="4596" name="UINFOR" initials="U" lastIdx="0" clrIdx="4595"/>
  <p:cmAuthor id="4597" name="周雅静" initials="周" lastIdx="0" clrIdx="4596"/>
  <p:cmAuthor id="4598" name="cui.naifu" initials="c" lastIdx="0" clrIdx="4597"/>
  <p:cmAuthor id="4599" name="彭海军" initials="彭" lastIdx="0" clrIdx="4598"/>
  <p:cmAuthor id="4600" name="王敏灵" initials="王" lastIdx="0" clrIdx="4599"/>
  <p:cmAuthor id="4601" name="sun.guohua" initials="s" lastIdx="0" clrIdx="4600"/>
  <p:cmAuthor id="4602" name="zhao.chuanchuan" initials="z" lastIdx="0" clrIdx="4601"/>
  <p:cmAuthor id="4603" name="chen.congfeng1" initials="c" lastIdx="0" clrIdx="4602"/>
  <p:cmAuthor id="4604" name="shi.jinyong" initials="s" lastIdx="0" clrIdx="4603"/>
  <p:cmAuthor id="4605" name="佘小虎" initials="佘" lastIdx="0" clrIdx="4604"/>
  <p:cmAuthor id="4606" name="wang.jie85" initials="w" lastIdx="0" clrIdx="4605"/>
  <p:cmAuthor id="4607" name="ye.man" initials="y" lastIdx="0" clrIdx="4606"/>
  <p:cmAuthor id="4608" name="yan.qiuyan" initials="y" lastIdx="0" clrIdx="4607"/>
  <p:cmAuthor id="4609" name="yuanzheng" initials="y" lastIdx="0" clrIdx="4608"/>
  <p:cmAuthor id="4610" name="孙婉" initials="孙婉" lastIdx="0" clrIdx="4609"/>
  <p:cmAuthor id="4611" name="梁明珠" initials="梁明珠" lastIdx="0" clrIdx="4610"/>
  <p:cmAuthor id="4612" name="宋龙辉" initials="宋龙辉" lastIdx="0" clrIdx="4611"/>
  <p:cmAuthor id="4613" name="龚子鸣 Ziming Gong （国际公司）" initials="龚子鸣" lastIdx="0" clrIdx="4612"/>
  <p:cmAuthor id="4614" name="2021080310" initials="2" lastIdx="0" clrIdx="4613"/>
  <p:cmAuthor id="4615" name="y zh" initials="yz" lastIdx="0" clrIdx="4614"/>
  <p:cmAuthor id="4616" name="2022010401" initials="2" lastIdx="0" clrIdx="4615"/>
  <p:cmAuthor id="4617" name="2018041012" initials="2" lastIdx="0" clrIdx="4616"/>
  <p:cmAuthor id="4618" name="gongv" initials="g" lastIdx="0" clrIdx="4617"/>
  <p:cmAuthor id="4619" name="王义飞" initials="王义飞" lastIdx="0" clrIdx="4618"/>
  <p:cmAuthor id="4620" name="G" initials="G" lastIdx="0" clrIdx="4619"/>
  <p:cmAuthor id="4621" name="赖岚 Lan Lai (研发总院 AERI)" initials="赖岚" lastIdx="0" clrIdx="4620"/>
  <p:cmAuthor id="4622" name="马良01" initials="W用" lastIdx="0" clrIdx="4621"/>
  <p:cmAuthor id="4623" name="黄淑雅" initials="黄" lastIdx="0" clrIdx="4622"/>
  <p:cmAuthor id="4624" name="岳晓辉" initials="岳" lastIdx="0" clrIdx="4623"/>
  <p:cmAuthor id="4625" name="于笑晨" initials="于" lastIdx="0" clrIdx="4624"/>
  <p:cmAuthor id="4626" name="林锦华" initials="林" lastIdx="0" clrIdx="4625"/>
  <p:cmAuthor id="4627" name="胡小艳" initials="胡" lastIdx="0" clrIdx="4626"/>
  <p:cmAuthor id="4628" name="黄书杰 Shujie Huang （研发总院 AERI）" initials="黄书杰" lastIdx="0" clrIdx="4627"/>
  <p:cmAuthor id="4629" name="彭朝才 Chaocai Peng (采购中心 Purchase)" initials="彭朝才" lastIdx="0" clrIdx="4628"/>
  <p:cmAuthor id="4630" name="夏梦莹 Mengying Xia （战略规划部）" initials="夏梦莹" lastIdx="0" clrIdx="4629"/>
  <p:cmAuthor id="4631" name="杨伟伟" initials="杨" lastIdx="0" clrIdx="4630"/>
  <p:cmAuthor id="4632" name="钟亮" initials="钟" lastIdx="0" clrIdx="4631"/>
  <p:cmAuthor id="4633" name="张玉良" initials="张" lastIdx="0" clrIdx="4632"/>
  <p:cmAuthor id="4634" name="冯士育" initials="冯" lastIdx="0" clrIdx="4633"/>
  <p:cmAuthor id="4635" name="张思珍" initials="张" lastIdx="0" clrIdx="4634"/>
  <p:cmAuthor id="4636" name="周昊玮" initials="周" lastIdx="0" clrIdx="4635"/>
  <p:cmAuthor id="4637" name="卢国庆" initials="卢" lastIdx="0" clrIdx="4636"/>
  <p:cmAuthor id="4638" name="卢仕英" initials="卢" lastIdx="0" clrIdx="4637"/>
  <p:cmAuthor id="4639" name="任宇" initials="任" lastIdx="0" clrIdx="4638"/>
  <p:cmAuthor id="4640" name="朱辰浩" initials="朱" lastIdx="0" clrIdx="4639"/>
  <p:cmAuthor id="4641" name="谭仓健" initials="谭" lastIdx="0" clrIdx="4640"/>
  <p:cmAuthor id="4642" name="王长军" initials="王" lastIdx="0" clrIdx="4641"/>
  <p:cmAuthor id="4643" name="邓彩瑞" initials="邓" lastIdx="0" clrIdx="4642"/>
  <p:cmAuthor id="4644" name="隋凯" initials="隋" lastIdx="0" clrIdx="4643"/>
  <p:cmAuthor id="4645" name="王春申 Chunshen Wang (研发总院 AERI)" initials="王春申" lastIdx="0" clrIdx="4644"/>
  <p:cmAuthor id="4646" name="马璐 Lu Ma  （新能源公司）" initials="马璐" lastIdx="0" clrIdx="4645"/>
  <p:cmAuthor id="4647" name="马景娜 Jingna Ma (新能源公司)" initials="马景娜" lastIdx="0" clrIdx="4646"/>
  <p:cmAuthor id="4648" name="lylb" initials="l" lastIdx="0" clrIdx="4647"/>
  <p:cmAuthor id="4649" name="mi" initials="m" lastIdx="0" clrIdx="4648"/>
  <p:cmAuthor id="4650" name="李秋平 Qiuping Li (捷途品牌事业部)" initials="李秋平" lastIdx="0" clrIdx="4649"/>
  <p:cmAuthor id="4651" name="徐祥" initials="徐" lastIdx="0" clrIdx="4650"/>
  <p:cmAuthor id="4652" name="樊春雷" initials="樊" lastIdx="0" clrIdx="4651"/>
  <p:cmAuthor id="4653" name="孙继武" initials="孙" lastIdx="0" clrIdx="4652"/>
  <p:cmAuthor id="4654" name="朱云峰" initials="朱" lastIdx="0" clrIdx="4653"/>
  <p:cmAuthor id="4655" name="施雯怡" initials="施" lastIdx="0" clrIdx="4654"/>
  <p:cmAuthor id="4656" name="高慧敏" initials="高" lastIdx="0" clrIdx="4655"/>
  <p:cmAuthor id="4657" name="王宏亮" initials="王" lastIdx="0" clrIdx="4656"/>
  <p:cmAuthor id="4658" name="陶茂科" initials="陶" lastIdx="0" clrIdx="4657"/>
  <p:cmAuthor id="4659" name="杨兵 Bing Yang （新能源公司）" initials="杨兵" lastIdx="0" clrIdx="4658"/>
  <p:cmAuthor id="4660" name="张西珍 Xizhen Zhang (国际公司)" initials="张西珍" lastIdx="0" clrIdx="4659"/>
  <p:cmAuthor id="4661" name="张贺 He Zhang（研发总院 AERI）" initials="张贺" lastIdx="0" clrIdx="4660"/>
  <p:cmAuthor id="4662" name="夏志鹏" initials="A" lastIdx="0" clrIdx="4661"/>
  <p:cmAuthor id="4663" name="刘铁铮 Tiezheng Liu (FR品牌事业部）" initials="刘铁铮" lastIdx="0" clrIdx="4662"/>
  <p:cmAuthor id="4664" name="葛昌明 Changming Ge (汽车前瞻院公司)" initials="葛昌明" lastIdx="0" clrIdx="4663"/>
  <p:cmAuthor id="4665" name="李田" initials="李" lastIdx="0" clrIdx="4664"/>
  <p:cmAuthor id="4666" name="王成润" initials="王" lastIdx="0" clrIdx="4665"/>
  <p:cmAuthor id="4667" name="马佳辉" initials="马" lastIdx="0" clrIdx="4666"/>
  <p:cmAuthor id="4668" name="蔺蕾" initials="蔺" lastIdx="0" clrIdx="4667"/>
  <p:cmAuthor id="4669" name="刘亚元" initials="刘" lastIdx="0" clrIdx="4668"/>
  <p:cmAuthor id="4670" name="潘荣林" initials="潘" lastIdx="0" clrIdx="4669"/>
  <p:cmAuthor id="4671" name="赵振 Zhen Zhao （研发总院 AERI)）" initials="赵振" lastIdx="0" clrIdx="4670"/>
  <p:cmAuthor id="4672" name="仝德良 Deliang Tong （财务部）" initials="仝德良" lastIdx="0" clrIdx="4671"/>
  <p:cmAuthor id="4673" name="吴凤英" initials="吴" lastIdx="0" clrIdx="4672"/>
  <p:cmAuthor id="4674" name="张林" initials="张" lastIdx="0" clrIdx="4673"/>
  <p:cmAuthor id="4675" name="吴健 Jian Wu （研发总院 AERI）" initials="吴健" lastIdx="0" clrIdx="4674"/>
  <p:cmAuthor id="4676" name="Zoe" initials="Z" lastIdx="0" clrIdx="4675"/>
  <p:cmAuthor id="4677" name="YUI" initials="Y" lastIdx="0" clrIdx="4676"/>
  <p:cmAuthor id="4678" name="孙玉佳" initials="孙" lastIdx="0" clrIdx="4677"/>
  <p:cmAuthor id="4679" name="喝咖啡的白开水" initials="喝" lastIdx="0" clrIdx="4678"/>
  <p:cmAuthor id="4680" name="欧映厦" initials="欧" lastIdx="0" clrIdx="4679"/>
  <p:cmAuthor id="4681" name="张晓明" initials="张" lastIdx="0" clrIdx="4680"/>
  <p:cmAuthor id="4682" name="毕艳" initials="毕艳" lastIdx="0" clrIdx="4681"/>
  <p:cmAuthor id="4683" name="MC SYSTEM" initials="M" lastIdx="0" clrIdx="4682"/>
  <p:cmAuthor id="4684" name="李彬 Bin Li （研发总院 AERI）" initials="李彬" lastIdx="0" clrIdx="4683"/>
  <p:cmAuthor id="4685" name="耿炎 Yan Geng （用户共创与产品管理中心）" initials="耿炎" lastIdx="0" clrIdx="4684"/>
  <p:cmAuthor id="4686" name="郎嘉瑞" initials="郎" lastIdx="0" clrIdx="4685"/>
  <p:cmAuthor id="4687" name="Qiang Sun 孙强" initials="Q" lastIdx="0" clrIdx="4686"/>
  <p:cmAuthor id="4688" name="青" initials="青" lastIdx="0" clrIdx="4687"/>
  <p:cmAuthor id="4689" name="邵何兴" initials="邵" lastIdx="0" clrIdx="4688"/>
  <p:cmAuthor id="4690" name="c00152650" initials="c" lastIdx="0" clrIdx="4689"/>
  <p:cmAuthor id="4691" name="liyan" initials="l" lastIdx="0" clrIdx="4690"/>
  <p:cmAuthor id="4692" name="20115447" initials="2" lastIdx="0" clrIdx="4691"/>
  <p:cmAuthor id="4693" name="20040078" initials="2" lastIdx="0" clrIdx="4692"/>
  <p:cmAuthor id="4694" name="20142514" initials="2" lastIdx="0" clrIdx="4693"/>
  <p:cmAuthor id="4695" name="罗森森" initials="罗" lastIdx="0" clrIdx="4694"/>
  <p:cmAuthor id="4696" name="阳 焦" initials="阳" lastIdx="0" clrIdx="4695"/>
  <p:cmAuthor id="4697" name="95767" initials="9" lastIdx="0" clrIdx="4696"/>
  <p:cmAuthor id="4698" name="20122377" initials="2" lastIdx="0" clrIdx="4697"/>
  <p:cmAuthor id="4699" name="陶邦银" initials="陶" lastIdx="0" clrIdx="4698"/>
  <p:cmAuthor id="4700" name="董晔" initials="董" lastIdx="0" clrIdx="4699"/>
  <p:cmAuthor id="4701" name="张文波 Wenbo Zhang (研发总院 AERI)" initials="张文波" lastIdx="0" clrIdx="4700"/>
  <p:cmAuthor id="4702" name="张风华 Fenghua Zhang （研发总院 AERI）" initials="张风华" lastIdx="0" clrIdx="4701"/>
  <p:cmAuthor id="4703" name="lgp" initials="l" lastIdx="0" clrIdx="4702"/>
  <p:cmAuthor id="4704" name="王朋朋" initials="王" lastIdx="0" clrIdx="4703"/>
  <p:cmAuthor id="4705" name="Johnson" initials="J" lastIdx="0" clrIdx="4704"/>
  <p:cmAuthor id="4706" name="lixiaosong" initials="l" lastIdx="0" clrIdx="4705"/>
  <p:cmAuthor id="4707" name="Franca, Ryan {MDAO~Basel}" initials="F" lastIdx="0" clrIdx="4706"/>
  <p:cmAuthor id="4708" name="杨庆伟" initials="杨庆伟" lastIdx="0" clrIdx="4707"/>
  <p:cmAuthor id="4709" name="Longwise23031003" initials="L" lastIdx="0" clrIdx="4708"/>
  <p:cmAuthor id="4710" name="Fang QI" initials="FQ" lastIdx="0" clrIdx="4709"/>
  <p:cmAuthor id="4711" name="高鹏 Peng Gao (研发总院 AERI)" initials="高鹏" lastIdx="0" clrIdx="4710"/>
  <p:cmAuthor id="4712" name="王冬 Dong Wang （研发总院 AERI）" initials="王冬" lastIdx="0" clrIdx="4711"/>
  <p:cmAuthor id="4713" name="zhaozhongrui" initials="z" lastIdx="0" clrIdx="4712"/>
  <p:cmAuthor id="4714" name="江峰" initials="江" lastIdx="0" clrIdx="4713"/>
  <p:cmAuthor id="4715" name="廖爽亚" initials="廖" lastIdx="0" clrIdx="4714"/>
  <p:cmAuthor id="4716" name="朱文强" initials="朱" lastIdx="0" clrIdx="4715"/>
  <p:cmAuthor id="4717" name="K" initials="K" lastIdx="0" clrIdx="4716"/>
  <p:cmAuthor id="4718" name="李志文" initials="李" lastIdx="0" clrIdx="4717"/>
  <p:cmAuthor id="4719" name="Jason " initials="J" lastIdx="0" clrIdx="4718"/>
  <p:cmAuthor id="4720" name="L。" initials="L" lastIdx="0" clrIdx="4719"/>
  <p:cmAuthor id="4721" name="hezha" initials="h" lastIdx="0" clrIdx="4720"/>
  <p:cmAuthor id="4722" name="刘涛" initials="刘" lastIdx="0" clrIdx="4721"/>
  <p:cmAuthor id="4723" name="王强辉" initials="王" lastIdx="0" clrIdx="4722"/>
  <p:cmAuthor id="4724" name="ztolei@163.com" initials="z" lastIdx="0" clrIdx="4723"/>
  <p:cmAuthor id="4725" name="吴良玉" initials="吴" lastIdx="0" clrIdx="4724"/>
  <p:cmAuthor id="4726" name="xuwen" initials="x" lastIdx="0" clrIdx="4725"/>
  <p:cmAuthor id="4727" name="缪永固" initials="缪" lastIdx="0" clrIdx="4726"/>
  <p:cmAuthor id="4728" name="柳建俊" initials="柳" lastIdx="0" clrIdx="4727"/>
  <p:cmAuthor id="4729" name="91huhang" initials="9" lastIdx="0" clrIdx="4728"/>
  <p:cmAuthor id="4730" name="赵志浩" initials="赵" lastIdx="0" clrIdx="4729"/>
  <p:cmAuthor id="4731" name="汪勇" initials="汪" lastIdx="0" clrIdx="4730"/>
  <p:cmAuthor id="4732" name="卢晓峰" initials="1" lastIdx="0" clrIdx="4731"/>
  <p:cmAuthor id="4733" name="赵剑锋" initials="赵" lastIdx="0" clrIdx="4732"/>
  <p:cmAuthor id="4734" name="wanyunfei" initials="w" lastIdx="0" clrIdx="4733"/>
  <p:cmAuthor id="4735" name="田珈仪" initials="田珈仪" lastIdx="0" clrIdx="4734"/>
  <p:cmAuthor id="4736" name="hongwei li" initials="hl" lastIdx="0" clrIdx="4735"/>
  <p:cmAuthor id="4737" name="虚空行使" initials="虚" lastIdx="0" clrIdx="4736"/>
  <p:cmAuthor id="4738" name="王江磊" initials="王" lastIdx="0" clrIdx="4737"/>
  <p:cmAuthor id="4739" name="钱嘉伟" initials="钱" lastIdx="0" clrIdx="4738"/>
  <p:cmAuthor id="4740" name="May" initials="M" lastIdx="0" clrIdx="4739"/>
  <p:cmAuthor id="4741" name="顾民" initials="顾" lastIdx="0" clrIdx="4740"/>
  <p:cmAuthor id="4742" name="解涛" initials="解" lastIdx="0" clrIdx="4741"/>
  <p:cmAuthor id="4743" name="小谈停一下" initials="小" lastIdx="0" clrIdx="4742"/>
  <p:cmAuthor id="4744" name="张明" initials="张" lastIdx="0" clrIdx="4743"/>
  <p:cmAuthor id="4745" name="樊子豪 Zihao Fan （新能源公司）" initials="樊子豪" lastIdx="0" clrIdx="4744"/>
  <p:cmAuthor id="4746" name="盛凤根" initials="盛" lastIdx="0" clrIdx="4745"/>
  <p:cmAuthor id="4747" name="A0004S店精品外饰厂家-小巢" initials="A" lastIdx="0" clrIdx="4746"/>
  <p:cmAuthor id="4748" name="葛珊珊" initials="葛" lastIdx="0" clrIdx="4747"/>
  <p:cmAuthor id="4749" name="刘定" initials="刘" lastIdx="0" clrIdx="4748"/>
  <p:cmAuthor id="4750" name="庞辉" initials="庞" lastIdx="0" clrIdx="4749"/>
  <p:cmAuthor id="4751" name="杨玉梅" initials="杨" lastIdx="0" clrIdx="4750"/>
  <p:cmAuthor id="4752" name="沈开萍" initials="沈" lastIdx="0" clrIdx="4751"/>
  <p:cmAuthor id="4753" name="刘召龙" initials="刘" lastIdx="0" clrIdx="4752"/>
  <p:cmAuthor id="4754" name="刘飞宏 Feihong Liu (捷途品牌事业部)" initials="刘飞宏" lastIdx="0" clrIdx="4753"/>
  <p:cmAuthor id="4755" name="王伟贺 Weihe Wang (新能源公司）" initials="王伟贺" lastIdx="0" clrIdx="4754"/>
  <p:cmAuthor id="4756" name="董志诚" initials="董" lastIdx="0" clrIdx="4755"/>
  <p:cmAuthor id="4757" name="CN" initials="C" lastIdx="0" clrIdx="4756"/>
  <p:cmAuthor id="4758" name="cpr140" initials="c" lastIdx="0" clrIdx="4757"/>
  <p:cmAuthor id="4759" name="CN-91" initials="C9" lastIdx="0" clrIdx="4758"/>
  <p:cmAuthor id="4760" name="CNNP" initials="C" lastIdx="0" clrIdx="4759"/>
  <p:cmAuthor id="4761" name="衷福云(ZhongFuYun)" initials="MSOffice" lastIdx="0" clrIdx="4760"/>
  <p:cmAuthor id="4762" name="展丙汉" initials="展" lastIdx="0" clrIdx="4761"/>
  <p:cmAuthor id="4763" name="张 浩" initials="张" lastIdx="0" clrIdx="4762"/>
  <p:cmAuthor id="4764" name="orange" initials="o" lastIdx="0" clrIdx="4763"/>
  <p:cmAuthor id="4765" name="郭艳茹" initials="郭" lastIdx="0" clrIdx="4764"/>
  <p:cmAuthor id="4766" name="chen ran" initials="cr" lastIdx="0" clrIdx="4765"/>
  <p:cmAuthor id="4767" name="Li Xiang" initials="L" lastIdx="0" clrIdx="4766"/>
  <p:cmAuthor id="4768" name="liulei04" initials="LL" lastIdx="0" clrIdx="4767"/>
  <p:cmAuthor id="4769" name="yuanwei02" initials="y" lastIdx="0" clrIdx="4768"/>
  <p:cmAuthor id="4770" name="zhangxinqiang" initials="z" lastIdx="0" clrIdx="4769"/>
  <p:cmAuthor id="4771" name="90503776" initials="9" lastIdx="0" clrIdx="4770"/>
  <p:cmAuthor id="4772" name="杨年寒 Nianhan Yang （新能源公司）" initials="杨年寒" lastIdx="0" clrIdx="4771"/>
  <p:cmAuthor id="4773" name="xuhaoyu" initials="x" lastIdx="0" clrIdx="4772"/>
  <p:cmAuthor id="4774" name="XIONG Zongqian" initials="XZ" lastIdx="0" clrIdx="4773"/>
  <p:cmAuthor id="4775" name="王涛" initials="王" lastIdx="0" clrIdx="4774"/>
  <p:cmAuthor id="4776" name="胡丽琴 Liqin Hu (奇瑞商用车)" initials="胡丽琴" lastIdx="0" clrIdx="4775"/>
  <p:cmAuthor id="4777" name="吕荣佳Rongjia Lv（奇瑞新能源）" initials="MSOffice" lastIdx="0" clrIdx="4776"/>
  <p:cmAuthor id="4778" name="李万刚 Wangang Li (兴瑞资产管理)" initials="李万刚" lastIdx="0" clrIdx="4777"/>
  <p:cmAuthor id="4779" name="金鑫凯 Xinkai Jin （新能源公司）" initials="金鑫凯" lastIdx="0" clrIdx="4778"/>
  <p:cmAuthor id="4780" name="李天任 Tianren Li （国际公司）" initials="李天任" lastIdx="0" clrIdx="4779"/>
  <p:cmAuthor id="4781" name="张国青 Guoqing Zhang (国际公司)" initials="张国青" lastIdx="0" clrIdx="4780"/>
  <p:cmAuthor id="4782" name="曹伟 Wei Cao (国际公司 International)" initials="曹伟" lastIdx="0" clrIdx="4781"/>
  <p:cmAuthor id="4783" name="Michelle Horner" initials="MH" lastIdx="0" clrIdx="4782"/>
  <p:cmAuthor id="4784" name="zhuang.hua@byd.com" initials="z" lastIdx="0" clrIdx="4783"/>
  <p:cmAuthor id="4785" name="……-Tobias Zeilinger" initials="…Z" lastIdx="0" clrIdx="4784"/>
  <p:cmAuthor id="4786" name="guo.jiawei@byd.com" initials="g" lastIdx="0" clrIdx="4785"/>
  <p:cmAuthor id="4787" name="86139" initials="8" lastIdx="0" clrIdx="4786"/>
  <p:cmAuthor id="4788" name="xu.yingying3" initials="x" lastIdx="0" clrIdx="4787"/>
  <p:cmAuthor id="4789" name="anne.ren@byd.com" initials="a" lastIdx="0" clrIdx="4788"/>
  <p:cmAuthor id="4790" name="fu.ting" initials="f" lastIdx="0" clrIdx="4789"/>
  <p:cmAuthor id="4791" name="chen.junxing" initials="c" lastIdx="0" clrIdx="4790"/>
  <p:cmAuthor id="4792" name="喻榕" initials="喻" lastIdx="0" clrIdx="4791"/>
  <p:cmAuthor id="4793" name="Clifford" initials="C" lastIdx="0" clrIdx="4792"/>
  <p:cmAuthor id="4794" name="jia.minghui" initials="j" lastIdx="0" clrIdx="4793"/>
  <p:cmAuthor id="4795" name="rao.jie31" initials="r" lastIdx="0" clrIdx="4794"/>
  <p:cmAuthor id="4796" name="wang.xinqiang" initials="w" lastIdx="0" clrIdx="4795"/>
  <p:cmAuthor id="4797" name="liao.baojiang" initials="l" lastIdx="0" clrIdx="4796"/>
  <p:cmAuthor id="4798" name="xiaoxi" initials="x" lastIdx="0" clrIdx="4797"/>
  <p:cmAuthor id="4799" name="chen.fujun" initials="c" lastIdx="0" clrIdx="4798"/>
  <p:cmAuthor id="4800" name="唐骏（3F-D6-9)_fmQzAnyu" initials="authorId_61923566" lastIdx="0" clrIdx="4799"/>
  <p:cmAuthor id="4801" name="FDB Vic Yan" initials="MOU" lastIdx="0" clrIdx="4800"/>
  <p:cmAuthor id="4802" name="tuo.decheng" initials="t" lastIdx="0" clrIdx="4801"/>
  <p:cmAuthor id="4803" name="xie.zhao" initials="x" lastIdx="0" clrIdx="4802"/>
  <p:cmAuthor id="4804" name="li.yang96" initials="l" lastIdx="0" clrIdx="4803"/>
  <p:cmAuthor id="4805" name="连宇波" initials="连" lastIdx="0" clrIdx="4804"/>
  <p:cmAuthor id="4806" name="wang.ran2" initials="w" lastIdx="0" clrIdx="4805"/>
  <p:cmAuthor id="4807" name="August.yu" initials="A" lastIdx="0" clrIdx="4806"/>
  <p:cmAuthor id="4808" name="wan.long" initials="w" lastIdx="0" clrIdx="4807"/>
  <p:cmAuthor id="4809" name="MSoffice" initials="M" lastIdx="0" clrIdx="4808"/>
  <p:cmAuthor id="4810" name="Li Kou" initials="LK" lastIdx="0" clrIdx="4809"/>
  <p:cmAuthor id="4811" name="jkl 20" initials="j2" lastIdx="0" clrIdx="4810"/>
  <p:cmAuthor id="4812" name="songlinyan" initials="s" lastIdx="0" clrIdx="4811"/>
  <p:cmAuthor id="4813" name="李华振 Huazhen Li(国际公司)" initials="李华振" lastIdx="0" clrIdx="4812"/>
  <p:cmAuthor id="4814" name="仁义" initials="仁" lastIdx="0" clrIdx="4813"/>
  <p:cmAuthor id="4815" name="wangjiangkun" initials="w" lastIdx="0" clrIdx="4814"/>
  <p:cmAuthor id="4816" name="张超 Zhang Chao （研发总院 AERI）" initials="张超" lastIdx="0" clrIdx="4815"/>
  <p:cmAuthor id="4817" name="王志慧 Zhihui Wang （研发总院 AERI）" initials="王志慧" lastIdx="0" clrIdx="4816"/>
  <p:cmAuthor id="4818" name="CMIC" initials="C" lastIdx="0" clrIdx="4817"/>
  <p:cmAuthor id="4819" name="张建康" initials="张" lastIdx="0" clrIdx="4818"/>
  <p:cmAuthor id="4820" name="李 剑峰" initials="李" lastIdx="0" clrIdx="4819"/>
  <p:cmAuthor id="4821" name="feipengzhan01" initials="f" lastIdx="0" clrIdx="4820"/>
  <p:cmAuthor id="4822" name="maxiaoshuai" initials="m" lastIdx="0" clrIdx="4821"/>
  <p:cmAuthor id="4823" name="54504" initials="5" lastIdx="0" clrIdx="4822"/>
  <p:cmAuthor id="4824" name="耀 荣" initials="耀荣" lastIdx="0" clrIdx="4823"/>
  <p:cmAuthor id="4825" name="ang li" initials="al" lastIdx="0" clrIdx="4824"/>
  <p:cmAuthor id="4826" name="l21200486" initials="l" lastIdx="0" clrIdx="4825"/>
  <p:cmAuthor id="4827" name="14675" initials="1" lastIdx="0" clrIdx="4826"/>
  <p:cmAuthor id="4828" name="laiji" initials="l" lastIdx="0" clrIdx="4827"/>
  <p:cmAuthor id="4829" name="侯靳宇" initials="侯" lastIdx="0" clrIdx="4828"/>
  <p:cmAuthor id="4830" name="Omilion, Ryan" initials="O" lastIdx="0" clrIdx="4829"/>
  <p:cmAuthor id="4831" name="孙希慧" initials="孙" lastIdx="0" clrIdx="4830"/>
  <p:cmAuthor id="4832" name="李宝俊" initials="李" lastIdx="0" clrIdx="4831"/>
  <p:cmAuthor id="4833" name="王滢" initials="王" lastIdx="0" clrIdx="4832"/>
  <p:cmAuthor id="4834" name="CTCSL0941" initials="C" lastIdx="0" clrIdx="4833"/>
  <p:cmAuthor id="4835" name="chery\69147" initials="c" lastIdx="0" clrIdx="4834"/>
  <p:cmAuthor id="4836" name="甘呈源" initials="甘" lastIdx="0" clrIdx="4835"/>
  <p:cmAuthor id="4837" name="17612" initials="1" lastIdx="0" clrIdx="4836"/>
  <p:cmAuthor id="4838" name="陶良根 Lianggen Tao (营销公司)" initials="陶良根" lastIdx="0" clrIdx="4837"/>
  <p:cmAuthor id="4839" name="hecha" initials="h" lastIdx="0" clrIdx="4838"/>
  <p:cmAuthor id="4840" name="樊鹏飞 Pengfei Fan (EXEED事业部)" initials="樊鹏飞" lastIdx="0" clrIdx="4839"/>
  <p:cmAuthor id="4841" name="2015052507" initials="2" lastIdx="0" clrIdx="4840"/>
  <p:cmAuthor id="4842" name="薛飞飞" initials="薛" lastIdx="0" clrIdx="4841"/>
  <p:cmAuthor id="4843" name="2017112401" initials="2" lastIdx="0" clrIdx="4842"/>
  <p:cmAuthor id="4844" name="2023042016" initials="2" lastIdx="0" clrIdx="4843"/>
  <p:cmAuthor id="4845" name="Lin, Yongchuan" initials="L" lastIdx="0" clrIdx="4844"/>
  <p:cmAuthor id="4846" name="张金玉" initials="张" lastIdx="0" clrIdx="4845"/>
  <p:cmAuthor id="4847" name="王新" initials="王" lastIdx="0" clrIdx="4846"/>
  <p:cmAuthor id="4848" name="永平 李" initials="永" lastIdx="0" clrIdx="4847"/>
  <p:cmAuthor id="4849" name="一二三" initials="一" lastIdx="0" clrIdx="4848"/>
  <p:cmAuthor id="4850" name="修改人编号：YG-208569,姓名：陈志奥" initials="P" lastIdx="0" clrIdx="4849"/>
  <p:cmAuthor id="4851" name="康" initials="康" lastIdx="0" clrIdx="4850"/>
  <p:cmAuthor id="4852" name="余志宝" initials="余" lastIdx="0" clrIdx="4851"/>
  <p:cmAuthor id="4853" name="张大海" initials="张" lastIdx="0" clrIdx="4852"/>
  <p:cmAuthor id="4854" name="何鹏飞" initials="何" lastIdx="0" clrIdx="4853"/>
  <p:cmAuthor id="4855" name="王向妮" initials="王向妮" lastIdx="0" clrIdx="4854"/>
  <p:cmAuthor id="4856" name="Azfar Mir" initials="A" lastIdx="0" clrIdx="4855"/>
  <p:cmAuthor id="4857" name="张雨婷" initials="张" lastIdx="0" clrIdx="4856"/>
  <p:cmAuthor id="4858" name="未知用户135" initials="未" lastIdx="0" clrIdx="4857"/>
  <p:cmAuthor id="4859" name="田艺锋" initials="田" lastIdx="0" clrIdx="4858"/>
  <p:cmAuthor id="4860" name="hyrx05" initials="h" lastIdx="0" clrIdx="4859"/>
  <p:cmAuthor id="4861" name="柳晓花 Xiaohua Liu （新能源公司）" initials="柳晓花" lastIdx="0" clrIdx="4860"/>
  <p:cmAuthor id="4862" name="赵红烨 Hongye Zhao （全球技术创新中心）" initials="赵红烨" lastIdx="0" clrIdx="4861"/>
  <p:cmAuthor id="4863" name="2021081904" initials="2" lastIdx="0" clrIdx="4862"/>
  <p:cmAuthor id="4864" name="武敏 Min Wu （采购中心）" initials="武敏" lastIdx="0" clrIdx="4863"/>
  <p:cmAuthor id="4865" name="ADMIN" initials="A" lastIdx="0" clrIdx="4864"/>
  <p:cmAuthor id="4866" name="刘日 Ri Liu (营销公司)" initials="刘日" lastIdx="0" clrIdx="4865"/>
  <p:cmAuthor id="4867" name="李成龙 Chenglong Li （国际公司）" initials="李成龙" lastIdx="0" clrIdx="4866"/>
  <p:cmAuthor id="4868" name="冷文煜" initials="冷" lastIdx="0" clrIdx="4867"/>
  <p:cmAuthor id="4869" name="�ǲ�����" initials="�" lastIdx="0" clrIdx="4868"/>
  <p:cmAuthor id="4870" name="牛宏民" initials="牛" lastIdx="0" clrIdx="4869"/>
  <p:cmAuthor id="4871" name="孙大威" initials="孙" lastIdx="0" clrIdx="4870"/>
  <p:cmAuthor id="4872" name="杨杰" initials="杨" lastIdx="0" clrIdx="4871"/>
  <p:cmAuthor id="4873" name="江 帆" initials="江" lastIdx="0" clrIdx="4872"/>
  <p:cmAuthor id="4874" name="ACER" initials="A" lastIdx="0" clrIdx="4873"/>
  <p:cmAuthor id="4875" name="未知用户36" initials="未" lastIdx="0" clrIdx="4874"/>
  <p:cmAuthor id="4876" name="汪文静" initials="汪" lastIdx="0" clrIdx="4875"/>
  <p:cmAuthor id="4877" name="Wang Wei" initials="WW" lastIdx="0" clrIdx="4876"/>
  <p:cmAuthor id="4878" name="王文杰" initials="王" lastIdx="0" clrIdx="4877"/>
  <p:cmAuthor id="4879" name="宋娜" initials="宋" lastIdx="0" clrIdx="4878"/>
  <p:cmAuthor id="4880" name="孙欣 Xin Sun （奇瑞品牌国内业务事业部）" initials="孙欣" lastIdx="0" clrIdx="4879"/>
  <p:cmAuthor id="4881" name="BPSE" initials="B" lastIdx="0" clrIdx="4880"/>
  <p:cmAuthor id="4882" name="gu, yian" initials="gy" lastIdx="0" clrIdx="4881"/>
  <p:cmAuthor id="4883" name="谢承" initials="谢" lastIdx="0" clrIdx="4882"/>
  <p:cmAuthor id="4884" name="牛牧野 Muye Niu （人力资源部）" initials="牛牧野" lastIdx="0" clrIdx="4883"/>
  <p:cmAuthor id="4885" name="徐志伟 Zhiwei Xu (国际公司)" initials="徐志伟" lastIdx="0" clrIdx="4884"/>
  <p:cmAuthor id="4886" name="贾奥" initials="贾" lastIdx="0" clrIdx="4885"/>
  <p:cmAuthor id="4887" name="叶海纳" initials="叶" lastIdx="0" clrIdx="4886"/>
  <p:cmAuthor id="4888" name="修改人编号：YG-212323,姓名：邵晓伟" initials="W用" lastIdx="0" clrIdx="4887"/>
  <p:cmAuthor id="4889" name="胡军" initials="胡军" lastIdx="0" clrIdx="4888"/>
  <p:cmAuthor id="4890" name="朱宗俊" initials="朱宗俊" lastIdx="0" clrIdx="4889"/>
  <p:cmAuthor id="4891" name="何富强" initials="何" lastIdx="0" clrIdx="4890"/>
  <p:cmAuthor id="4892" name="杨 升格" initials="杨" lastIdx="0" clrIdx="4891"/>
  <p:cmAuthor id="4893" name="34732" initials="3" lastIdx="0" clrIdx="4892"/>
  <p:cmAuthor id="4894" name="张文昌00955" initials="张文昌00955" lastIdx="0" clrIdx="4893"/>
  <p:cmAuthor id="4895" name="20333" initials="2" lastIdx="0" clrIdx="4894"/>
  <p:cmAuthor id="4896" name="黄蓉 Rong Huang (埃科泰克 ACTECO)" initials="黄蓉" lastIdx="0" clrIdx="4895"/>
  <p:cmAuthor id="4897" name="李 骁" initials="李" lastIdx="0" clrIdx="4896"/>
  <p:cmAuthor id="4898" name="王翠萍 Cuiping Wang (国际公司 International)" initials="王翠萍" lastIdx="0" clrIdx="4897"/>
  <p:cmAuthor id="4899" name="赵俊 Jun Zhao (国际公司 International)" initials="赵俊" lastIdx="0" clrIdx="4898"/>
  <p:cmAuthor id="4900" name="未知用户322" initials="未" lastIdx="0" clrIdx="4899"/>
  <p:cmAuthor id="4901" name="wangxinhui" initials="w" lastIdx="0" clrIdx="4900"/>
  <p:cmAuthor id="4902" name="林小献 Xiaoxian Lin （质管中心 QC）" initials="林小献" lastIdx="0" clrIdx="4901"/>
  <p:cmAuthor id="4903" name="仝鲁佳" initials="仝" lastIdx="0" clrIdx="4902"/>
  <p:cmAuthor id="4904" name="吴明阳" initials="吴" lastIdx="0" clrIdx="4903"/>
  <p:cmAuthor id="4905" name="李坤鹏" initials="李" lastIdx="0" clrIdx="4904"/>
  <p:cmAuthor id="4906" name="郑芷薇" initials="郑" lastIdx="0" clrIdx="4905"/>
  <p:cmAuthor id="4907" name="倪静 Jing Ni (计划物流中心)" initials="倪静" lastIdx="0" clrIdx="4906"/>
  <p:cmAuthor id="4908" name="罗轩栋" initials="罗" lastIdx="0" clrIdx="4907"/>
  <p:cmAuthor id="4909" name="段大琴" initials="段" lastIdx="0" clrIdx="4908"/>
  <p:cmAuthor id="4910" name="白佩伦" initials="白" lastIdx="0" clrIdx="4909"/>
  <p:cmAuthor id="4911" name="周震飞" initials="周" lastIdx="0" clrIdx="4910"/>
  <p:cmAuthor id="4912" name="王晓燕" initials="王" lastIdx="0" clrIdx="4911"/>
  <p:cmAuthor id="4913" name="王韧" initials="P" lastIdx="0" clrIdx="4912"/>
  <p:cmAuthor id="4914" name="Keh" initials="K" lastIdx="0" clrIdx="4913"/>
  <p:cmAuthor id="4915" name="allan" initials="a" lastIdx="0" clrIdx="4914"/>
  <p:cmAuthor id="4916" name="郝志永" initials="" lastIdx="0" clrIdx="4915"/>
  <p:cmAuthor id="4917" name="吕志勇" initials="" lastIdx="0" clrIdx="4916"/>
  <p:cmAuthor id="4918" name=":)" initials=":" lastIdx="0" clrIdx="4917"/>
  <p:cmAuthor id="4919" name="1208361776@qq.com" initials="1" lastIdx="0" clrIdx="4918"/>
  <p:cmAuthor id="4920" name="廖小姝 Xiaoshu Liao （财务中心）" initials="廖小姝" lastIdx="0" clrIdx="4919"/>
  <p:cmAuthor id="4921" name="yangweixing" initials="y" lastIdx="0" clrIdx="4920"/>
  <p:cmAuthor id="4922" name="张云超" initials="张" lastIdx="0" clrIdx="4921"/>
  <p:cmAuthor id="4923" name="刘壮" initials="刘" lastIdx="0" clrIdx="4922"/>
  <p:cmAuthor id="4924" name="liquanxi" initials="l" lastIdx="0" clrIdx="4923"/>
  <p:cmAuthor id="4925" name="王怀璋" initials="王" lastIdx="0" clrIdx="4924"/>
  <p:cmAuthor id="4926" name="lenovo0" initials="l" lastIdx="0" clrIdx="4925"/>
  <p:cmAuthor id="4927" name="YANQING BAO" initials="Y" lastIdx="0" clrIdx="4926"/>
  <p:cmAuthor id="4929" name="dongwc0205" initials="d" lastIdx="0" clrIdx="4928"/>
  <p:cmAuthor id="4930" name="Hi_ Young" initials="H" lastIdx="0" clrIdx="4929"/>
  <p:cmAuthor id="4931" name="zhenwb" initials="z" lastIdx="0" clrIdx="4930"/>
  <p:cmAuthor id="4932" name="chenjinglei" initials="c" lastIdx="0" clrIdx="4931"/>
  <p:cmAuthor id="4933" name="zhaojinyang" initials="z" lastIdx="0" clrIdx="4932"/>
  <p:cmAuthor id="4934" name="YAO" initials="Y" lastIdx="0" clrIdx="4933"/>
  <p:cmAuthor id="4935" name="zhangzemin" initials="z" lastIdx="0" clrIdx="4934"/>
  <p:cmAuthor id="4936" name="zhangguangyu" initials="z" lastIdx="0" clrIdx="4935"/>
  <p:cmAuthor id="4937" name="chenxi" initials="c" lastIdx="0" clrIdx="4936"/>
  <p:cmAuthor id="4938" name="이정우/연구위원/의장설계팀(lgleejwoo.lee@lge.com)" initials="이" lastIdx="0" clrIdx="4937"/>
  <p:cmAuthor id="4939" name="朱莹莹" initials="朱" lastIdx="0" clrIdx="4938"/>
  <p:cmAuthor id="4940" name="朱宏杰" initials="朱" lastIdx="0" clrIdx="4939"/>
  <p:cmAuthor id="4941" name="杜家胜" initials="杜" lastIdx="0" clrIdx="4940"/>
  <p:cmAuthor id="4942" name="黄胜如" initials="黄" lastIdx="0" clrIdx="4941"/>
  <p:cmAuthor id="4943" name="wenfeng_dong3399@163.com" initials="w" lastIdx="0" clrIdx="4942"/>
  <p:cmAuthor id="4945" name="xiuying ge" initials="xg" lastIdx="0" clrIdx="4944"/>
  <p:cmAuthor id="4946" name="黄铎" initials="黄铎" lastIdx="0" clrIdx="4945"/>
  <p:cmAuthor id="4947" name="不明使用者54" initials="不" lastIdx="0" clrIdx="4946"/>
  <p:cmAuthor id="4948" name="郑勇 Yong Zheng (营销公司 Marketing)" initials="郑勇" lastIdx="0" clrIdx="4947"/>
  <p:cmAuthor id="4949" name="柳 涛" initials="柳" lastIdx="0" clrIdx="4948"/>
  <p:cmAuthor id="4950" name="tian" initials="" lastIdx="0" clrIdx="4949"/>
  <p:cmAuthor id="4951" name="朱玺臻" initials="朱" lastIdx="0" clrIdx="4950"/>
  <p:cmAuthor id="4952" name="郭嘉怡" initials="郭" lastIdx="0" clrIdx="4951"/>
  <p:cmAuthor id="4953" name="yo yo" initials="y" lastIdx="0" clrIdx="4952"/>
  <p:cmAuthor id="4954" name="付文双" initials="付" lastIdx="0" clrIdx="4953"/>
  <p:cmAuthor id="4955" name="WANG Xin" initials="W" lastIdx="0" clrIdx="4954"/>
  <p:cmAuthor id="4956" name="涂祎嘉" initials="涂" lastIdx="0" clrIdx="4955"/>
  <p:cmAuthor id="4957" name="曦光 陈" initials="曦光" lastIdx="0" clrIdx="4956"/>
  <p:cmAuthor id="4958" name="俞寅达" initials="俞" lastIdx="0" clrIdx="4957"/>
  <p:cmAuthor id="4959" name="hyh" initials="" lastIdx="0" clrIdx="4958"/>
  <p:cmAuthor id="4960" name="李 刚" initials="李" lastIdx="0" clrIdx="4959"/>
  <p:cmAuthor id="4961" name="李 彤彤" initials="李" lastIdx="0" clrIdx="4960"/>
  <p:cmAuthor id="4962" name="番茄花园" initials="番" lastIdx="0" clrIdx="4961"/>
  <p:cmAuthor id="4963" name="盛纵运营小组" initials="Office [32]" lastIdx="0" clrIdx="4962"/>
  <p:cmAuthor id="4964" name="李丹" initials="李" lastIdx="0" clrIdx="4963"/>
  <p:cmAuthor id="4965" name="未知" initials="未" lastIdx="0" clrIdx="4964"/>
  <p:cmAuthor id="4966" name="916200548@qq.com" initials="9" lastIdx="0" clrIdx="4965"/>
  <p:cmAuthor id="4967" name="陈莉_7zeuzIvU" initials="authorId_371627762" lastIdx="0" clrIdx="4966"/>
  <p:cmAuthor id="4968" name="韩啸_VZjyeamy" initials="authorId_546749472" lastIdx="0" clrIdx="4967"/>
  <p:cmAuthor id="4969" name="大灰熊" initials="大" lastIdx="0" clrIdx="4968"/>
  <p:cmAuthor id="4970" name="Esayy" initials="E" lastIdx="0" clrIdx="4969"/>
  <p:cmAuthor id="4971" name="chenxueyi" initials="c" lastIdx="0" clrIdx="4970"/>
  <p:cmAuthor id="4972" name="千千美少女" initials="千" lastIdx="0" clrIdx="4971"/>
  <p:cmAuthor id="4973" name="kaisim" initials="k" lastIdx="0" clrIdx="4972"/>
  <p:cmAuthor id="4974" name="张月" initials="张月" lastIdx="0" clrIdx="4973"/>
  <p:cmAuthor id="4975" name="张莹" initials="张" lastIdx="0" clrIdx="4974"/>
  <p:cmAuthor id="4976" name="郭金玲" initials="郭" lastIdx="0" clrIdx="4975"/>
  <p:cmAuthor id="4977" name="李振伟" initials="李" lastIdx="0" clrIdx="4976"/>
  <p:cmAuthor id="4978" name="30312" initials="3" lastIdx="0" clrIdx="4977"/>
  <p:cmAuthor id="4979" name="曾素灵" initials="曾" lastIdx="0" clrIdx="4978"/>
  <p:cmAuthor id="4980" name="未知用户86" initials="未" lastIdx="0" clrIdx="4979"/>
  <p:cmAuthor id="4981" name="10011274@zte.intra" initials="1" lastIdx="0" clrIdx="4980"/>
  <p:cmAuthor id="4982" name="17126" initials="1" lastIdx="0" clrIdx="4981"/>
  <p:cmAuthor id="4983" name="luhx26" initials="l" lastIdx="0" clrIdx="4982"/>
  <p:cmAuthor id="4984" name="maggie" initials="m" lastIdx="0" clrIdx="4983"/>
  <p:cmAuthor id="4985" name="李金玲" initials="李" lastIdx="0" clrIdx="4984"/>
  <p:cmAuthor id="4986" name="孟芳芳（借调）" initials="V" lastIdx="0" clrIdx="4985"/>
  <p:cmAuthor id="4987" name="赵雪伊" initials="赵" lastIdx="0" clrIdx="4986"/>
  <p:cmAuthor id="4988" name="Li Pengling" initials="LP" lastIdx="0" clrIdx="4987"/>
  <p:cmAuthor id="4989" name="陶正磊" initials="陶" lastIdx="0" clrIdx="4988"/>
  <p:cmAuthor id="4990" name="China" initials="C" lastIdx="0" clrIdx="4989"/>
  <p:cmAuthor id="4991" name="chen.cheng44" initials="c" lastIdx="0" clrIdx="4990"/>
  <p:cmAuthor id="4992" name="Bonan Qi" initials="B" lastIdx="0" clrIdx="4991"/>
  <p:cmAuthor id="4993" name="yaoxiaojun" initials="y" lastIdx="0" clrIdx="4992"/>
  <p:cmAuthor id="4994" name="WHTP" initials="W" lastIdx="0" clrIdx="4993"/>
  <p:cmAuthor id="4995" name="wangcz2" initials="w" lastIdx="0" clrIdx="4994"/>
  <p:cmAuthor id="4996" name="。" initials="。" lastIdx="0" clrIdx="4995"/>
  <p:cmAuthor id="4997" name="tianan" initials="t" lastIdx="0" clrIdx="4996"/>
  <p:cmAuthor id="4998" name="余潇迎" initials="余" lastIdx="0" clrIdx="4997"/>
  <p:cmAuthor id="4999" name="陈 橙橙" initials="陈" lastIdx="0" clrIdx="4998"/>
  <p:cmAuthor id="5000" name="viola_yang" initials="v" lastIdx="0" clrIdx="4999"/>
  <p:cmAuthor id="5001" name="李增增" initials="李" lastIdx="0" clrIdx="5000"/>
  <p:cmAuthor id="5002" name="video" initials="v" lastIdx="0" clrIdx="5001"/>
  <p:cmAuthor id="5003" name="朱雪松" initials="朱" lastIdx="0" clrIdx="5002"/>
  <p:cmAuthor id="5004" name="郭禹希" initials="郭" lastIdx="0" clrIdx="5003"/>
  <p:cmAuthor id="5005" name="YZB" initials="Y" lastIdx="0" clrIdx="5004"/>
  <p:cmAuthor id="5006" name="吕震" initials="吕" lastIdx="0" clrIdx="5005"/>
  <p:cmAuthor id="5007" name="吴岩" initials="吴" lastIdx="0" clrIdx="5006"/>
  <p:cmAuthor id="5008" name="chen.haoxian" initials="c" lastIdx="0" clrIdx="5007"/>
  <p:cmAuthor id="5009" name="yang.feiya" initials="y" lastIdx="0" clrIdx="5008"/>
  <p:cmAuthor id="5010" name="什么？ what？" initials="什" lastIdx="0" clrIdx="5009"/>
  <p:cmAuthor id="5011" name="高超-商业广告_jiY3Nj67" initials="高" lastIdx="0" clrIdx="5010"/>
  <p:cmAuthor id="5012" name="林鑫" initials="林" lastIdx="0" clrIdx="5011"/>
  <p:cmAuthor id="5013" name="xi.yue1" initials="x" lastIdx="0" clrIdx="5012"/>
  <p:cmAuthor id="5014" name="dai.ting1" initials="d" lastIdx="0" clrIdx="5013"/>
  <p:cmAuthor id="5015" name="サンジ" initials="サ" lastIdx="0" clrIdx="5014"/>
  <p:cmAuthor id="5016" name="lu.xiao6" initials="l" lastIdx="0" clrIdx="5015"/>
  <p:cmAuthor id="5017" name="Yuan Yuan" initials="Y" lastIdx="0" clrIdx="5016"/>
  <p:cmAuthor id="5018" name="yywyingyuwen@outlook.com" initials="y" lastIdx="0" clrIdx="5017"/>
  <p:cmAuthor id="5019" name="10350" initials="1" lastIdx="0" clrIdx="5018"/>
  <p:cmAuthor id="5020" name="王长青" initials="王长青" lastIdx="0" clrIdx="5019"/>
  <p:cmAuthor id="5021" name="吴洁" initials="吴" lastIdx="0" clrIdx="5020"/>
  <p:cmAuthor id="5022" name="陶选如" initials="陶" lastIdx="0" clrIdx="5021"/>
  <p:cmAuthor id="5023" name="10090288" initials="1" lastIdx="0" clrIdx="5022"/>
  <p:cmAuthor id="5024" name="陈文华" initials="u" lastIdx="0" clrIdx="5023"/>
  <p:cmAuthor id="5025" name="范英杰" initials="范" lastIdx="0" clrIdx="5024"/>
  <p:cmAuthor id="5026" name="Dujiale (Kevin)" initials="D(" lastIdx="0" clrIdx="5025"/>
  <p:cmAuthor id="5027" name="ding ruiwen" initials="dr" lastIdx="0" clrIdx="5026"/>
  <p:cmAuthor id="5028" name="yu 1" initials="y1" lastIdx="0" clrIdx="5027"/>
  <p:cmAuthor id="5029" name="天光云影" initials="天" lastIdx="0" clrIdx="5028"/>
  <p:cmAuthor id="5030" name="zhangxinyao" initials="z" lastIdx="0" clrIdx="5029"/>
  <p:cmAuthor id="5031" name="hxy" initials="h" lastIdx="0" clrIdx="5030"/>
  <p:cmAuthor id="5032" name="黄百成_m6Jjq6bQ" initials="authorId_901868002" lastIdx="0" clrIdx="5031"/>
  <p:cmAuthor id="5033" name="火锅粉" initials="火" lastIdx="0" clrIdx="5032"/>
  <p:cmAuthor id="5034" name="晋华 Hua Jin (质管中心 QC)" initials="晋华" lastIdx="0" clrIdx="5033"/>
  <p:cmAuthor id="5035" name="雨林木风" initials="雨" lastIdx="0" clrIdx="5034"/>
  <p:cmAuthor id="5036" name="马超" initials="马" lastIdx="0" clrIdx="5035"/>
  <p:cmAuthor id="5037" name="池依曼" initials="池" lastIdx="0" clrIdx="5036"/>
  <p:cmAuthor id="5038" name="唤仕谓盐酶" initials="唤" lastIdx="0" clrIdx="5037"/>
  <p:cmAuthor id="5039" name="张之卉" initials="张" lastIdx="0" clrIdx="5038"/>
  <p:cmAuthor id="5040" name="20108311@huayou.com" initials="2" lastIdx="0" clrIdx="5039"/>
  <p:cmAuthor id="5041" name="亚运 曹" initials="亚" lastIdx="0" clrIdx="5040"/>
  <p:cmAuthor id="5042" name="lp" initials="l" lastIdx="0" clrIdx="5041"/>
  <p:cmAuthor id="5043" name="富德生命人寿" initials="富" lastIdx="0" clrIdx="5042"/>
  <p:cmAuthor id="5044" name="刘昊" initials="刘" lastIdx="0" clrIdx="5043"/>
  <p:cmAuthor id="5045" name="2022060903" initials="2" lastIdx="0" clrIdx="5044"/>
  <p:cmAuthor id="5046" name="2017070158" initials="2" lastIdx="0" clrIdx="5045"/>
  <p:cmAuthor id="5047" name="2021092712" initials="2" lastIdx="0" clrIdx="5046"/>
  <p:cmAuthor id="5048" name="2022061711" initials="2" lastIdx="0" clrIdx="5047"/>
  <p:cmAuthor id="5049" name="陈烁" initials="陈" lastIdx="0" clrIdx="5048"/>
  <p:cmAuthor id="5050" name="2021070212" initials="2" lastIdx="0" clrIdx="5049"/>
  <p:cmAuthor id="5051" name="2022022119" initials="2" lastIdx="0" clrIdx="5050"/>
  <p:cmAuthor id="5052" name="IceBorg" initials="I" lastIdx="0" clrIdx="5051"/>
  <p:cmAuthor id="5053" name="骑迹" initials="骑" lastIdx="0" clrIdx="5052"/>
  <p:cmAuthor id="5054" name="小♪布♛丁" initials="小" lastIdx="0" clrIdx="5053"/>
  <p:cmAuthor id="5055" name="苏陌" initials="苏" lastIdx="0" clrIdx="5054"/>
  <p:cmAuthor id="5056" name="Seven｀7" initials="S" lastIdx="0" clrIdx="5055"/>
  <p:cmAuthor id="5057" name="人来人往" initials="人" lastIdx="0" clrIdx="5056"/>
  <p:cmAuthor id="5058" name="情非画" initials="情" lastIdx="0" clrIdx="5057"/>
  <p:cmAuthor id="5059" name="神奇宝贝不神气" initials="神" lastIdx="0" clrIdx="5058"/>
  <p:cmAuthor id="5060" name="陈双红" initials="陈双红" lastIdx="0" clrIdx="5059"/>
  <p:cmAuthor id="5061" name="NJ2021040104" initials="N" lastIdx="0" clrIdx="5060"/>
  <p:cmAuthor id="5062" name="何啸春" initials="何" lastIdx="0" clrIdx="5061"/>
  <p:cmAuthor id="5063" name="2023070411" initials="2" lastIdx="0" clrIdx="5062"/>
  <p:cmAuthor id="5064" name="2021081113" initials="2" lastIdx="0" clrIdx="5063"/>
  <p:cmAuthor id="5065" name="李 杨" initials="李" lastIdx="0" clrIdx="5064"/>
  <p:cmAuthor id="5066" name="白娜梅" initials="白娜梅" lastIdx="0" clrIdx="5065"/>
  <p:cmAuthor id="5067" name="TC2022082202" initials="T" lastIdx="0" clrIdx="5066"/>
  <p:cmAuthor id="5068" name="吴玉龙" initials="吴玉龙" lastIdx="0" clrIdx="5067"/>
  <p:cmAuthor id="5069" name="Chris Wiak" initials="CW" lastIdx="0" clrIdx="5068"/>
  <p:cmAuthor id="5070" name="Pingbo Jiang" initials="PJ" lastIdx="0" clrIdx="5069"/>
  <p:cmAuthor id="5071" name="HF2020090202" initials="H" lastIdx="0" clrIdx="5070"/>
  <p:cmAuthor id="5072" name="Zorina_Zhong" initials="Zorina" lastIdx="0" clrIdx="5071"/>
  <p:cmAuthor id="5073" name="赵长存" initials="" lastIdx="0" clrIdx="5072"/>
  <p:cmAuthor id="5074" name="2022080211" initials="2" lastIdx="0" clrIdx="5073"/>
  <p:cmAuthor id="5075" name="2021051214" initials="2" lastIdx="0" clrIdx="5074"/>
  <p:cmAuthor id="5076" name="解淑芳" initials="解淑芳" lastIdx="0" clrIdx="5075"/>
  <p:cmAuthor id="5077" name="2022063078" initials="2" lastIdx="0" clrIdx="5076"/>
  <p:cmAuthor id="5078" name="111" initials="1" lastIdx="0" clrIdx="5077"/>
  <p:cmAuthor id="5079" name="2022021708" initials="2" lastIdx="0" clrIdx="5078"/>
  <p:cmAuthor id="5080" name="2023050401" initials="2" lastIdx="0" clrIdx="5079"/>
  <p:cmAuthor id="5081" name="皮佳昌" initials="皮" lastIdx="0" clrIdx="5080"/>
  <p:cmAuthor id="5082" name="2022053017" initials="2" lastIdx="0" clrIdx="5081"/>
  <p:cmAuthor id="5083" name="张 宜川" initials="张" lastIdx="0" clrIdx="5082"/>
  <p:cmAuthor id="5084" name="陈道明" initials="g" lastIdx="0" clrIdx="5083"/>
  <p:cmAuthor id="5085" name="2017050801" initials="2" lastIdx="0" clrIdx="5084"/>
  <p:cmAuthor id="5086" name="白茶 清欢" initials="" lastIdx="0" clrIdx="5085"/>
  <p:cmAuthor id="5087" name="爱吃蓝莓的羊驼" initials="爱" lastIdx="0" clrIdx="5086"/>
  <p:cmAuthor id="5088" name="吴鹏飞" initials="吴鹏飞" lastIdx="0" clrIdx="5087"/>
  <p:cmAuthor id="5089" name="2022030912" initials="2" lastIdx="0" clrIdx="5088"/>
  <p:cmAuthor id="5090" name="2017122109" initials="2" lastIdx="0" clrIdx="5089"/>
  <p:cmAuthor id="5091" name="2017070111" initials="2" lastIdx="0" clrIdx="5090"/>
  <p:cmAuthor id="5092" name="2019030416" initials="2" lastIdx="0" clrIdx="5091"/>
  <p:cmAuthor id="5093" name="XZ2023041303" initials="X" lastIdx="0" clrIdx="5092"/>
  <p:cmAuthor id="5094" name="玲丽 焦" initials="玲焦" lastIdx="0" clrIdx="5093"/>
  <p:cmAuthor id="5095" name="邓湘平" initials="邓湘平" lastIdx="0" clrIdx="5094"/>
  <p:cmAuthor id="5096" name="rabbit" initials="r" lastIdx="0" clrIdx="5095"/>
  <p:cmAuthor id="5097" name="zhang zhibin" initials="zz" lastIdx="0" clrIdx="5096"/>
  <p:cmAuthor id="5098" name="夏旭照 Xuzhao Xia (采购中心 Purchase)" initials="夏旭照" lastIdx="0" clrIdx="5097"/>
  <p:cmAuthor id="5099" name="程丽雅" initials="程" lastIdx="0" clrIdx="5098"/>
  <p:cmAuthor id="5100" name="周芳洲" initials="authorId_1783256896" lastIdx="0" clrIdx="5099"/>
  <p:cmAuthor id="5101" name="陈家伟 Jiawei Chen （雄狮科技liontech）" initials="陈家伟" lastIdx="0" clrIdx="5100"/>
  <p:cmAuthor id="5102" name="楠 徐" initials="楠" lastIdx="0" clrIdx="5101"/>
  <p:cmAuthor id="5103" name="璐秋 费" initials="璐秋" lastIdx="0" clrIdx="5102"/>
  <p:cmAuthor id="5104" name="修改人编号：YG-207418,姓名：徐乐民" initials="A" lastIdx="0" clrIdx="5103"/>
  <p:cmAuthor id="5105" name="乐民 徐" initials="乐民" lastIdx="0" clrIdx="5104"/>
  <p:cmAuthor id="5106" name="岳昌勋 Changxun Yue (研发总院 AERI)" initials="岳昌勋" lastIdx="0" clrIdx="5105"/>
  <p:cmAuthor id="5107" name="戴申敏" initials="戴" lastIdx="0" clrIdx="5106"/>
  <p:cmAuthor id="5108" name="朱顺平" initials="朱顺平" lastIdx="0" clrIdx="5107"/>
  <p:cmAuthor id="5109" name="aixia" initials="a" lastIdx="0" clrIdx="5108"/>
  <p:cmAuthor id="5110" name="Wu Mian" initials="W" lastIdx="0" clrIdx="5109"/>
  <p:cmAuthor id="5111" name="汪维孝00003" initials="汪维孝00003" lastIdx="0" clrIdx="5110"/>
  <p:cmAuthor id="5112" name="王春雪" initials="王" lastIdx="0" clrIdx="5111"/>
  <p:cmAuthor id="5113" name="徐爱球00358" initials="徐爱球00358" lastIdx="0" clrIdx="5112"/>
  <p:cmAuthor id="5114" name="05676" initials="0" lastIdx="0" clrIdx="5113"/>
  <p:cmAuthor id="5115" name="00381" initials="0" lastIdx="0" clrIdx="5114"/>
  <p:cmAuthor id="5116" name="18848" initials="1" lastIdx="0" clrIdx="5115"/>
  <p:cmAuthor id="5117" name="21743" initials="2" lastIdx="0" clrIdx="5116"/>
  <p:cmAuthor id="5118" name="于春亮" initials="于" lastIdx="0" clrIdx="5117"/>
  <p:cmAuthor id="5119" name="sunaoran" initials="s" lastIdx="0" clrIdx="5118"/>
  <p:cmAuthor id="5120" name="Windows10" initials="W" lastIdx="0" clrIdx="5119"/>
  <p:cmAuthor id="5121" name="范李雪" initials="范" lastIdx="0" clrIdx="5120"/>
  <p:cmAuthor id="5122" name="乐燕" initials="乐" lastIdx="0" clrIdx="5121"/>
  <p:cmAuthor id="5123" name="cyq" initials="c" lastIdx="0" clrIdx="5122"/>
  <p:cmAuthor id="5124" name="Lina Hang(联通上海市上海市分公司)" initials="LH" lastIdx="0" clrIdx="5123"/>
  <p:cmAuthor id="5125" name="刘春杰10244342" initials="刘春杰10244342" lastIdx="0" clrIdx="5124"/>
  <p:cmAuthor id="5126" name="潘尚" initials="潘" lastIdx="0" clrIdx="5125"/>
  <p:cmAuthor id="5127" name="盛佳兵" initials="盛" lastIdx="0" clrIdx="5126"/>
  <p:cmAuthor id="5128" name="黄华佩" initials="黄" lastIdx="0" clrIdx="5127"/>
  <p:cmAuthor id="5129" name="8310" initials="8" lastIdx="0" clrIdx="5128"/>
  <p:cmAuthor id="5130" name="Laptop" initials="L" lastIdx="0" clrIdx="5129"/>
  <p:cmAuthor id="5131" name="任涛10036216" initials="任涛10036216" lastIdx="0" clrIdx="5130"/>
  <p:cmAuthor id="5132" name="DJ" initials="DJ" lastIdx="0" clrIdx="5131"/>
  <p:cmAuthor id="5133" name="lll" initials="l" lastIdx="0" clrIdx="5132"/>
  <p:cmAuthor id="5134" name="李苗苗00086641" initials="李苗苗00086641" lastIdx="0" clrIdx="5133"/>
  <p:cmAuthor id="5135" name="婷葶" initials="婷" lastIdx="0" clrIdx="5134"/>
  <p:cmAuthor id="5136" name="Liyangjun" initials="L" lastIdx="0" clrIdx="5135"/>
  <p:cmAuthor id="5137" name="未知的使用者141" initials="未" lastIdx="0" clrIdx="5136"/>
  <p:cmAuthor id="5138" name="ll z" initials="l" lastIdx="0" clrIdx="5137"/>
  <p:cmAuthor id="5139" name="guanhh" initials="g" lastIdx="0" clrIdx="5138"/>
  <p:cmAuthor id="5140" name="aaaaaa apple" initials="a" lastIdx="0" clrIdx="5139"/>
  <p:cmAuthor id="5141" name="bu" initials="b" lastIdx="0" clrIdx="5140"/>
  <p:cmAuthor id="5142" name="win7" initials="w" lastIdx="0" clrIdx="5141"/>
  <p:cmAuthor id="5143" name="未知的使用者197" initials="未" lastIdx="0" clrIdx="5142"/>
  <p:cmAuthor id="5144" name="未知的使用者196" initials="未" lastIdx="0" clrIdx="5143"/>
  <p:cmAuthor id="5145" name="WANGZF" initials="W" lastIdx="0" clrIdx="5144"/>
  <p:cmAuthor id="5146" name="未知用户310" initials="未" lastIdx="0" clrIdx="5145"/>
  <p:cmAuthor id="5147" name="廖麗華" initials="廖" lastIdx="0" clrIdx="5146"/>
  <p:cmAuthor id="5148" name="不明使用者3" initials="不" lastIdx="0" clrIdx="5147"/>
  <p:cmAuthor id="5149" name="未知用户123" initials="未" lastIdx="0" clrIdx="5148"/>
  <p:cmAuthor id="5150" name="未知用户85" initials="未" lastIdx="0" clrIdx="5149"/>
  <p:cmAuthor id="5151" name="未知的使用者81" initials="未" lastIdx="0" clrIdx="5150"/>
  <p:cmAuthor id="5152" name="未知用户193" initials="未" lastIdx="0" clrIdx="5151"/>
  <p:cmAuthor id="5153" name="未知用户189" initials="未" lastIdx="0" clrIdx="5152"/>
  <p:cmAuthor id="5154" name="未知用户84" initials="" lastIdx="0" clrIdx="5153"/>
  <p:cmAuthor id="5155" name="未知的使用者206" initials="" lastIdx="0" clrIdx="5154"/>
  <p:cmAuthor id="5156" name="未知的使用者88" initials="未" lastIdx="0" clrIdx="5155"/>
  <p:cmAuthor id="5157" name="未知的使用者89" initials="未" lastIdx="0" clrIdx="5156"/>
  <p:cmAuthor id="5158" name="未知用户139" initials="" lastIdx="0" clrIdx="5157"/>
  <p:cmAuthor id="5159" name="未知用户146" initials="" lastIdx="0" clrIdx="5158"/>
  <p:cmAuthor id="5160" name="Ted Su" initials="T" lastIdx="0" clrIdx="5159"/>
  <p:cmAuthor id="5161" name="罗健" initials="罗" lastIdx="0" clrIdx="5160"/>
  <p:cmAuthor id="5162" name="未知用户148" initials="" lastIdx="0" clrIdx="5161"/>
  <p:cmAuthor id="5163" name="未知的使用者165" initials="未" lastIdx="0" clrIdx="5162"/>
  <p:cmAuthor id="5164" name="未知的使用者158" initials="未" lastIdx="0" clrIdx="5163"/>
  <p:cmAuthor id="5165" name="未知用户46" initials="" lastIdx="0" clrIdx="5164"/>
  <p:cmAuthor id="5166" name="未知用户130" initials="未" lastIdx="0" clrIdx="5165"/>
  <p:cmAuthor id="5167" name="未知用户136" initials="未" lastIdx="0" clrIdx="5166"/>
  <p:cmAuthor id="5168" name="未知用户209" initials="未" lastIdx="0" clrIdx="5167"/>
  <p:cmAuthor id="5169" name="未知的使用者209" initials="未" lastIdx="0" clrIdx="5168"/>
  <p:cmAuthor id="5170" name="未知的使用者157" initials="未" lastIdx="0" clrIdx="5169"/>
  <p:cmAuthor id="5171" name="未知用户147" initials="未" lastIdx="0" clrIdx="5170"/>
  <p:cmAuthor id="5172" name="未知的使用者176" initials="未" lastIdx="0" clrIdx="5171"/>
  <p:cmAuthor id="5173" name="Ad" initials="A" lastIdx="0" clrIdx="5172"/>
  <p:cmAuthor id="5174" name="张镇南 Zhennan Zhang （用户共创与产品管理中心 ）" initials="张镇南" lastIdx="0" clrIdx="5173"/>
  <p:cmAuthor id="5175" name="倪雪 Xue Ni (国际业务事业部)" initials="倪雪" lastIdx="0" clrIdx="5174"/>
  <p:cmAuthor id="5176" name="周军" initials="周" lastIdx="0" clrIdx="5175"/>
  <p:cmAuthor id="5177" name="王冰如 Bingru Wang (营销公司)" initials="王冰如" lastIdx="0" clrIdx="5176"/>
  <p:cmAuthor id="5178" name="张陆 Lu Zhang (国际公司)" initials="张陆" lastIdx="0" clrIdx="5177"/>
  <p:cmAuthor id="5179" name="卫邦胜 Bangsheng Wei (质管中心 QC)" initials="卫邦胜" lastIdx="0" clrIdx="5178"/>
  <p:cmAuthor id="5180" name="修改人编号：YG-210245,姓名：易栋霖" initials="易栋霖" lastIdx="0" clrIdx="5179"/>
  <p:cmAuthor id="5181" name="Echo" initials="E" lastIdx="0" clrIdx="5180"/>
  <p:cmAuthor id="5182" name="黄崑" initials="HK" lastIdx="0" clrIdx="5181"/>
  <p:cmAuthor id="5183" name="郑勇进" initials="郑勇进" lastIdx="0" clrIdx="5182"/>
  <p:cmAuthor id="5184" name="黄" initials="黄" lastIdx="0" clrIdx="5183"/>
  <p:cmAuthor id="5185" name="KK" initials="K" lastIdx="0" clrIdx="5184"/>
  <p:cmAuthor id="5186" name="许孔岸" initials="许孔岸" lastIdx="0" clrIdx="5185"/>
  <p:cmAuthor id="5187" name="希冉 陈" initials="希陈" lastIdx="0" clrIdx="5186"/>
  <p:cmAuthor id="5188" name="Lei Liu" initials="LL" lastIdx="0" clrIdx="5187"/>
  <p:cmAuthor id="5189" name="86189" initials="8" lastIdx="0" clrIdx="5188"/>
  <p:cmAuthor id="5190" name="Julie HY Ma" initials="JHM" lastIdx="0" clrIdx="5189"/>
  <p:cmAuthor id="5191" name="Julia Z Zhu" initials="JZZ" lastIdx="0" clrIdx="5190"/>
  <p:cmAuthor id="5192" name="hhxu14" initials="h" lastIdx="0" clrIdx="5191"/>
  <p:cmAuthor id="5193" name="一木" initials="一" lastIdx="0" clrIdx="5192"/>
  <p:cmAuthor id="5194" name="pingwang15" initials="p" lastIdx="0" clrIdx="5193"/>
  <p:cmAuthor id="5195" name="OriginalJM" initials="O" lastIdx="0" clrIdx="5194"/>
  <p:cmAuthor id="5196" name="WPS_1640348058" initials="W" lastIdx="0" clrIdx="5195"/>
  <p:cmAuthor id="5197" name="landscape" initials="l" lastIdx="0" clrIdx="5196"/>
  <p:cmAuthor id="5198" name="陈安妮" initials="陈" lastIdx="0" clrIdx="5197"/>
  <p:cmAuthor id="5199" name="东东" initials="东" lastIdx="0" clrIdx="5198"/>
  <p:cmAuthor id="5200" name="Mia" initials="M" lastIdx="0" clrIdx="5199"/>
  <p:cmAuthor id="5201" name="轻舞飞扬" initials="轻" lastIdx="0" clrIdx="5200"/>
  <p:cmAuthor id="5202" name="Janet Zhao" initials="J" lastIdx="0" clrIdx="5201"/>
  <p:cmAuthor id="5203" name="J I N G " initials="J" lastIdx="0" clrIdx="5202"/>
  <p:cmAuthor id="5204" name="阳光若水" initials="阳" lastIdx="0" clrIdx="5203"/>
  <p:cmAuthor id="5205" name="WPS用户" initials="W" lastIdx="0" clrIdx="5204"/>
  <p:cmAuthor id="5206" name="WPS_1699864303" initials="W" lastIdx="0" clrIdx="5205"/>
  <p:cmAuthor id="5207" name="冬" initials="冬" lastIdx="0" clrIdx="5206"/>
  <p:cmAuthor id="5208" name="打完boss就睡觉" initials="打" lastIdx="0" clrIdx="5207"/>
  <p:cmAuthor id="5209" name="Nancy yang" initials="Ny" lastIdx="0" clrIdx="5208"/>
  <p:cmAuthor id="5210" name="黄博雅 byhuang6" initials="hby" lastIdx="0" clrIdx="5209"/>
  <p:cmAuthor id="5211" name="zhan" initials="z" lastIdx="0" clrIdx="5210"/>
  <p:cmAuthor id="5212" name="mtxu5" initials="m" lastIdx="0" clrIdx="5211"/>
  <p:cmAuthor id="5213" name="wangchao" initials="w" lastIdx="0" clrIdx="5212"/>
  <p:cmAuthor id="5214" name="东方_b3dea543bad08e97" initials="authorId_278826930" lastIdx="0" clrIdx="5213"/>
  <p:cmAuthor id="5215" name="Ella Dong" initials="ED" lastIdx="0" clrIdx="5214"/>
  <p:cmAuthor id="5216" name="任思曼" initials="任" lastIdx="0" clrIdx="5215"/>
  <p:cmAuthor id="5217" name="孙妮" initials="孙妮" lastIdx="0" clrIdx="5216"/>
  <p:cmAuthor id="5218" name="shenziqi" initials="s" lastIdx="0" clrIdx="5217"/>
  <p:cmAuthor id="5219" name="ida" initials="i" lastIdx="0" clrIdx="5218"/>
  <p:cmAuthor id="5220" name="姜来" initials="姜" lastIdx="0" clrIdx="5219"/>
  <p:cmAuthor id="5221" name="何杰" initials="何" lastIdx="0" clrIdx="5220"/>
  <p:cmAuthor id="5222" name="况 年虎" initials="况" lastIdx="0" clrIdx="5221"/>
  <p:cmAuthor id="5223" name="张雅萱" initials="张" lastIdx="0" clrIdx="5222"/>
  <p:cmAuthor id="5224" name="刘莹" initials="刘" lastIdx="0" clrIdx="5223"/>
  <p:cmAuthor id="5225" name="刘盛潮" initials="刘" lastIdx="0" clrIdx="5224"/>
  <p:cmAuthor id="5226" name="杨舟" initials="Y" lastIdx="0" clrIdx="5225"/>
  <p:cmAuthor id="5227" name="zhao chun" initials="zc" lastIdx="0" clrIdx="5226"/>
  <p:cmAuthor id="5228" name="WPS_1691732569" initials="W" lastIdx="0" clrIdx="5227"/>
  <p:cmAuthor id="5229" name="Abin" initials="L" lastIdx="0" clrIdx="5228"/>
  <p:cmAuthor id="5230" name="wn" initials="w" lastIdx="0" clrIdx="5229"/>
  <p:cmAuthor id="5231" name="宋玉坤" initials="W用" lastIdx="0" clrIdx="5230"/>
  <p:cmAuthor id="5232" name="zxc" initials="z" lastIdx="0" clrIdx="5231"/>
  <p:cmAuthor id="5233" name="My" initials="M" lastIdx="0" clrIdx="5232"/>
  <p:cmAuthor id="5234" name="蒯蒯" initials="蒯" lastIdx="0" clrIdx="5233"/>
  <p:cmAuthor id="5235" name="Jarod" initials="J" lastIdx="0" clrIdx="5234"/>
  <p:cmAuthor id="5236" name="吴玲玲" initials="吴" lastIdx="0" clrIdx="5235"/>
  <p:cmAuthor id="5237" name="丹宁" initials="丹" lastIdx="0" clrIdx="5236"/>
  <p:cmAuthor id="5238" name="张 强" initials="张" lastIdx="0" clrIdx="5237"/>
  <p:cmAuthor id="5239" name="王丽（IT）" initials="王" lastIdx="0" clrIdx="5238"/>
  <p:cmAuthor id="5240" name="CHEN LONG" initials="C" lastIdx="0" clrIdx="5239"/>
  <p:cmAuthor id="5241" name="kp l" initials="k" lastIdx="0" clrIdx="5240"/>
  <p:cmAuthor id="5242" name="Eraser-CV_732yNZVB" initials="authorId_935319539" lastIdx="0" clrIdx="5241"/>
  <p:cmAuthor id="5243" name="Wen" initials="W" lastIdx="0" clrIdx="5242"/>
  <p:cmAuthor id="5244" name="ZJK" initials="Z" lastIdx="0" clrIdx="5243"/>
  <p:cmAuthor id="5245" name="常双龙" initials="常" lastIdx="0" clrIdx="5244"/>
  <p:cmAuthor id="5246" name="faye faye" initials="ff" lastIdx="0" clrIdx="5245"/>
  <p:cmAuthor id="5247" name="hm" initials="hm" lastIdx="0" clrIdx="5246"/>
  <p:cmAuthor id="5248" name="艾thinkpad" initials="艾" lastIdx="0" clrIdx="5247"/>
  <p:cmAuthor id="5249" name="张 宇" initials="张" lastIdx="0" clrIdx="5248"/>
  <p:cmAuthor id="5250" name="Zhang, Diankun" initials="ZD" lastIdx="0" clrIdx="5249"/>
  <p:cmAuthor id="5251" name="袁国梁" initials="袁国梁" lastIdx="0" clrIdx="5250"/>
  <p:cmAuthor id="5252" name="卓桂珍" initials="卓桂珍" lastIdx="0" clrIdx="5251"/>
  <p:cmAuthor id="5253" name="李恒业 Hengye Li （捷途品牌事业部）" initials="李恒业" lastIdx="0" clrIdx="5252"/>
  <p:cmAuthor id="5254" name="许亚琦 Yaqi Xu （捷途品牌事业部）" initials="许亚琦" lastIdx="0" clrIdx="5253"/>
  <p:cmAuthor id="5255" name="修改人编号：YG-205624,姓名：靳滢潼" initials="修" lastIdx="0" clrIdx="5254"/>
  <p:cmAuthor id="5256" name="陈 培源" initials="陈" lastIdx="0" clrIdx="5255"/>
  <p:cmAuthor id="5257" name="侯干干" initials="侯干干" lastIdx="0" clrIdx="5256"/>
  <p:cmAuthor id="5258" name="李 文芝" initials="李" lastIdx="0" clrIdx="5257"/>
  <p:cmAuthor id="5259" name="唐锐" initials="唐锐" lastIdx="0" clrIdx="5258"/>
  <p:cmAuthor id="5260" name="USER" initials="U" lastIdx="0" clrIdx="5259"/>
  <p:cmAuthor id="5261" name="未知用户138" initials="未" lastIdx="0" clrIdx="5260"/>
  <p:cmAuthor id="5262" name="钟华" initials="钟" lastIdx="0" clrIdx="5261"/>
  <p:cmAuthor id="5263" name="米雯蔚" initials="米" lastIdx="0" clrIdx="5262"/>
  <p:cmAuthor id="5264" name="时前进" initials="时" lastIdx="0" clrIdx="5263"/>
  <p:cmAuthor id="5265" name="陈芳菊" initials="陈" lastIdx="0" clrIdx="5264"/>
  <p:cmAuthor id="5266" name="Tao" initials="T" lastIdx="0" clrIdx="5265"/>
  <p:cmAuthor id="5267" name="taochen2" initials="t" lastIdx="0" clrIdx="5266"/>
  <p:cmAuthor id="5268" name="王甜甜" initials="王" lastIdx="0" clrIdx="5267"/>
  <p:cmAuthor id="5269" name="10161768" initials="1" lastIdx="0" clrIdx="5268"/>
  <p:cmAuthor id="5270" name="10023731" initials="1" lastIdx="0" clrIdx="5269"/>
  <p:cmAuthor id="5271" name="时年" initials="时" lastIdx="0" clrIdx="5270"/>
  <p:cmAuthor id="5272" name="马 啸" initials="马" lastIdx="0" clrIdx="5271"/>
  <p:cmAuthor id="5273" name="Jennifer League (Projectline Services)" initials="J" lastIdx="0" clrIdx="5272"/>
  <p:cmAuthor id="5274" name="sizhao@cmsr.cmcc" initials="s" lastIdx="0" clrIdx="5273"/>
  <p:cmAuthor id="5275" name="诺緗惜" initials="诺" lastIdx="0" clrIdx="5274"/>
  <p:cmAuthor id="5276" name="Jeff HUA" initials="JH" lastIdx="0" clrIdx="5275"/>
  <p:cmAuthor id="5277" name="张昭" initials="张" lastIdx="0" clrIdx="5276"/>
  <p:cmAuthor id="5278" name="HE JIE" initials="H" lastIdx="0" clrIdx="5277"/>
  <p:cmAuthor id="5279" name="陈 泰维" initials="陈" lastIdx="0" clrIdx="5278"/>
  <p:cmAuthor id="5280" name="lily" initials="l" lastIdx="0" clrIdx="5279"/>
  <p:cmAuthor id="5281" name="许宗超" initials="许" lastIdx="0" clrIdx="5280"/>
  <p:cmAuthor id="5282" name="邹江林" initials="邹" lastIdx="0" clrIdx="5281"/>
  <p:cmAuthor id="5283" name="yuexy" initials="y" lastIdx="0" clrIdx="5282"/>
  <p:cmAuthor id="5284" name="unicom1" initials="u" lastIdx="0" clrIdx="5283"/>
  <p:cmAuthor id="5285" name="王雨欣" initials="王" lastIdx="0" clrIdx="5284"/>
  <p:cmAuthor id="5286" name="王薇（政企）" initials="王" lastIdx="0" clrIdx="5285"/>
  <p:cmAuthor id="5287" name="永月墨夜" initials="永" lastIdx="0" clrIdx="5286"/>
  <p:cmAuthor id="5288" name="陈宁" initials="陈" lastIdx="0" clrIdx="5287"/>
  <p:cmAuthor id="5289" name="孙小宝" initials="孙" lastIdx="0" clrIdx="5288"/>
  <p:cmAuthor id="5290" name="yangjianhe1" initials="y" lastIdx="0" clrIdx="5289"/>
  <p:cmAuthor id="5291" name="likeyu" initials="l" lastIdx="0" clrIdx="5290"/>
  <p:cmAuthor id="5292" name="xuting@sn.cmcc" initials="x" lastIdx="0" clrIdx="5291"/>
  <p:cmAuthor id="5293" name="邵识豪" initials="邵" lastIdx="0" clrIdx="5292"/>
  <p:cmAuthor id="5294" name="张鹏" initials="张" lastIdx="0" clrIdx="5293"/>
  <p:cmAuthor id="5295" name="吴娴" initials="吴" lastIdx="0" clrIdx="5294"/>
  <p:cmAuthor id="5296" name="史明慧-项目管理办公室" initials="史" lastIdx="0" clrIdx="5295"/>
  <p:cmAuthor id="5297" name="张先裕" initials="张" lastIdx="0" clrIdx="5296"/>
  <p:cmAuthor id="5298" name="张海波" initials="张" lastIdx="0" clrIdx="5297"/>
  <p:cmAuthor id="5299" name="叶子_B3MjqEfE" initials="authorId_258620159" lastIdx="0" clrIdx="5298"/>
  <p:cmAuthor id="5300" name="牛晨" initials="牛" lastIdx="0" clrIdx="5299"/>
  <p:cmAuthor id="5301" name="刘静" initials="刘" lastIdx="0" clrIdx="5300"/>
  <p:cmAuthor id="5302" name="任建豪" initials="任" lastIdx="0" clrIdx="5301"/>
  <p:cmAuthor id="5303" name="wang huijing" initials="wh" lastIdx="0" clrIdx="5302"/>
  <p:cmAuthor id="5304" name="Hui Minth" initials="HM" lastIdx="0" clrIdx="5303"/>
  <p:cmAuthor id="5305" name="袁 凌波" initials="袁" lastIdx="0" clrIdx="5304"/>
  <p:cmAuthor id="5306" name="fafa" initials="f" lastIdx="0" clrIdx="5305"/>
  <p:cmAuthor id="5307" name="唐浩" initials="唐" lastIdx="0" clrIdx="5306"/>
  <p:cmAuthor id="5308" name="张吉泉" initials="张吉泉" lastIdx="0" clrIdx="5307"/>
  <p:cmAuthor id="5309" name="liu tuo" initials="lt" lastIdx="0" clrIdx="5308"/>
  <p:cmAuthor id="5310" name="刘 译璟" initials="刘" lastIdx="0" clrIdx="5309"/>
  <p:cmAuthor id="5311" name="thinkpad" initials="t" lastIdx="0" clrIdx="5310"/>
  <p:cmAuthor id="5312" name="IKKI" initials="I" lastIdx="0" clrIdx="5311"/>
  <p:cmAuthor id="5313" name="施鸿庭" initials="施" lastIdx="0" clrIdx="5312"/>
  <p:cmAuthor id="5314" name="JeremyBai" initials="J" lastIdx="0" clrIdx="5313"/>
  <p:cmAuthor id="5315" name="李英英" initials="李英英" lastIdx="0" clrIdx="5314"/>
  <p:cmAuthor id="5316" name="米忠兴" initials="米忠兴" lastIdx="0" clrIdx="5315"/>
  <p:cmAuthor id="5317" name="潘逸涵" initials="潘" lastIdx="0" clrIdx="5316"/>
  <p:cmAuthor id="5318" name="冯梓晋" initials="冯" lastIdx="0" clrIdx="5317"/>
  <p:cmAuthor id="5319" name="云上花开" initials="云" lastIdx="0" clrIdx="5318"/>
  <p:cmAuthor id="5320" name="Rain Yu Zhou" initials="raizhou" lastIdx="0" clrIdx="5319"/>
  <p:cmAuthor id="5321" name="翁淑美" initials="翁" lastIdx="0" clrIdx="5320"/>
  <p:cmAuthor id="5322" name="储云节" initials="储" lastIdx="0" clrIdx="5321"/>
  <p:cmAuthor id="5323" name="卢士杰" initials="卢" lastIdx="0" clrIdx="5322"/>
  <p:cmAuthor id="5324" name="赵丽云" initials="赵丽云" lastIdx="0" clrIdx="5323"/>
  <p:cmAuthor id="5325" name="姜虹菲" initials="姜虹菲" lastIdx="0" clrIdx="5324"/>
  <p:cmAuthor id="5326" name="安珂" initials="安珂" lastIdx="0" clrIdx="5325"/>
  <p:cmAuthor id="5327" name="戴侃" initials="戴" lastIdx="0" clrIdx="5326"/>
  <p:cmAuthor id="5328" name="Mr.L" initials="M" lastIdx="0" clrIdx="5327"/>
  <p:cmAuthor id="5329" name="杨凌云" initials="杨" lastIdx="0" clrIdx="5328"/>
  <p:cmAuthor id="5330" name="陈欣欣" initials="陈" lastIdx="0" clrIdx="5329"/>
  <p:cmAuthor id="5331" name="方侠克" initials="方" lastIdx="0" clrIdx="5330"/>
  <p:cmAuthor id="5332" name="李岩 Yan Li （全球技术创新中心）" initials="李岩" lastIdx="0" clrIdx="5331"/>
  <p:cmAuthor id="5333" name="♬ 不知潇湘在何处♛" initials="♬" lastIdx="0" clrIdx="5332"/>
  <p:cmAuthor id="5334" name="今夜梦芦笛" initials="今" lastIdx="0" clrIdx="5333"/>
  <p:cmAuthor id="5335" name="汪正贤" initials="汪" lastIdx="0" clrIdx="5334"/>
  <p:cmAuthor id="5336" name="吴旭" initials="吴" lastIdx="0" clrIdx="5335"/>
  <p:cmAuthor id="5337" name="吴成峙" initials="吴" lastIdx="0" clrIdx="5336"/>
  <p:cmAuthor id="5338" name="Aa" initials="A" lastIdx="0" clrIdx="5337"/>
  <p:cmAuthor id="5339" name="崔雯 Wen Cui (研发总院 AERI）" initials="崔雯" lastIdx="0" clrIdx="5338"/>
  <p:cmAuthor id="5340" name="王佳佳" initials="王" lastIdx="0" clrIdx="5339"/>
  <p:cmAuthor id="5341" name="龚子鸣 Ziming Gong （国际业务事业部）" initials="龚子鸣" lastIdx="0" clrIdx="5340"/>
  <p:cmAuthor id="5342" name="libin1204@163.com" initials="l" lastIdx="0" clrIdx="5341"/>
  <p:cmAuthor id="5343" name="周建文" initials="周" lastIdx="0" clrIdx="5342"/>
  <p:cmAuthor id="5344" name="이상화(Lee, Sang Hwa) / 샤시SD팀" initials="이SH/샤" lastIdx="0" clrIdx="5343"/>
  <p:cmAuthor id="5345" name="Xzjd" initials="X" lastIdx="0" clrIdx="5344"/>
  <p:cmAuthor id="5346" name="胡樵" initials="胡" lastIdx="0" clrIdx="5345"/>
  <p:cmAuthor id="5347" name="ghostcat" initials="g" lastIdx="0" clrIdx="5346"/>
  <p:cmAuthor id="5348" name="行 朱" initials="行朱" lastIdx="0" clrIdx="5347"/>
  <p:cmAuthor id="5349" name="X1" initials="X" lastIdx="0" clrIdx="5348"/>
  <p:cmAuthor id="5350" name="Helms, Hans-Joachim {MDBA~Basel}" initials="H" lastIdx="0" clrIdx="5349"/>
  <p:cmAuthor id="5351" name="李 东科" initials="李" lastIdx="0" clrIdx="5350"/>
  <p:cmAuthor id="5352" name="未知用户335" initials="未" lastIdx="0" clrIdx="5351"/>
  <p:cmAuthor id="5353" name="未知用户273" initials="未" lastIdx="0" clrIdx="5352"/>
  <p:cmAuthor id="5354" name="项彦博" initials="项" lastIdx="0" clrIdx="5353"/>
  <p:cmAuthor id="5355" name="Antalya" initials="A" lastIdx="0" clrIdx="5354"/>
  <p:cmAuthor id="5356" name="余庆 Qing Yu (奇瑞商用车)" initials="余庆" lastIdx="0" clrIdx="5355"/>
  <p:cmAuthor id="5357" name="Jean" initials="J" lastIdx="0" clrIdx="5356"/>
  <p:cmAuthor id="5358" name="Wangzhi gang" initials="W" lastIdx="0" clrIdx="5357"/>
  <p:cmAuthor id="5359" name="I l" initials="I" lastIdx="0" clrIdx="5358"/>
  <p:cmAuthor id="5360" name="李帆" initials="李" lastIdx="0" clrIdx="5359"/>
  <p:cmAuthor id="5361" name="刘仕俭" initials="刘" lastIdx="0" clrIdx="5360"/>
  <p:cmAuthor id="5362" name="程诗媛" initials="程" lastIdx="0" clrIdx="5361"/>
  <p:cmAuthor id="5363" name="Andrew Moss (HI)" initials="A" lastIdx="0" clrIdx="5362"/>
  <p:cmAuthor id="5364" name="孟轩君" initials="孟" lastIdx="0" clrIdx="5363"/>
  <p:cmAuthor id="5365" name="Yvonne Lin" initials="Y" lastIdx="0" clrIdx="5364"/>
  <p:cmAuthor id="5366" name="ZUJI CHEN" initials="ZC" lastIdx="0" clrIdx="5365"/>
  <p:cmAuthor id="5367" name="Lydia" initials="L" lastIdx="0" clrIdx="5366"/>
  <p:cmAuthor id="5368" name="冯江宁" initials="U" lastIdx="0" clrIdx="5367"/>
  <p:cmAuthor id="5369" name="Mary Beattie" initials="M" lastIdx="0" clrIdx="5368"/>
  <p:cmAuthor id="5370" name="Andrea Michels" initials="A" lastIdx="0" clrIdx="5369"/>
  <p:cmAuthor id="5371" name="Daniel Clyde (HI)" initials="D" lastIdx="0" clrIdx="5370"/>
  <p:cmAuthor id="5372" name="马赛" initials="马" lastIdx="0" clrIdx="5371"/>
  <p:cmAuthor id="5373" name="Ghulam Mustafa" initials="G" lastIdx="0" clrIdx="5372"/>
  <p:cmAuthor id="5374" name="刘阳" initials="刘" lastIdx="0" clrIdx="5373"/>
  <p:cmAuthor id="5375" name="liukexin CATARC" initials="lC" lastIdx="0" clrIdx="5374"/>
  <p:cmAuthor id="5376" name="胡玉生" initials="胡玉生" lastIdx="0" clrIdx="5375"/>
  <p:cmAuthor id="5377" name="Liu Xinlong" initials="LX" lastIdx="0" clrIdx="5376"/>
  <p:cmAuthor id="5378" name="微软" initials="微软" lastIdx="0" clrIdx="5377"/>
  <p:cmAuthor id="5379" name="何晓庆" initials="何" lastIdx="0" clrIdx="5378"/>
  <p:cmAuthor id="5380" name="张俊峰（甘棠）" initials="张" lastIdx="0" clrIdx="5379"/>
  <p:cmAuthor id="5381" name="汪群策" initials="汪群策" lastIdx="0" clrIdx="5380"/>
  <p:cmAuthor id="5382" name="Wang,Xu (Wang Xu,Wuhu,CN)" initials="W(X" lastIdx="0" clrIdx="5381"/>
  <p:cmAuthor id="5383" name="气质拿捏的死死的！" initials="MSOffice" lastIdx="0" clrIdx="5382"/>
  <p:cmAuthor id="5384" name="毛中林" initials="毛" lastIdx="0" clrIdx="5383"/>
  <p:cmAuthor id="5385" name="臧熙" initials="臧" lastIdx="0" clrIdx="5384"/>
  <p:cmAuthor id="5386" name="yangt" initials="y" lastIdx="0" clrIdx="5385"/>
  <p:cmAuthor id="5387" name="丁成金" initials="丁" lastIdx="0" clrIdx="5386"/>
  <p:cmAuthor id="5388" name="赵琦" initials="赵" lastIdx="0" clrIdx="5387"/>
  <p:cmAuthor id="5389" name="LEO L" initials="L" lastIdx="0" clrIdx="5388"/>
  <p:cmAuthor id="5390" name="one Yov" initials="oY" lastIdx="0" clrIdx="5389"/>
  <p:cmAuthor id="5391" name="田硕" initials="田硕" lastIdx="0" clrIdx="5390"/>
  <p:cmAuthor id="5392" name="lftang" initials="l" lastIdx="0" clrIdx="5391"/>
  <p:cmAuthor id="5393" name="li kai" initials="lk" lastIdx="0" clrIdx="5392"/>
  <p:cmAuthor id="5394" name="糊小瑞 ^^" initials="糊" lastIdx="0" clrIdx="5393"/>
  <p:cmAuthor id="5395" name="李剑楠" initials="李" lastIdx="0" clrIdx="5394"/>
  <p:cmAuthor id="5396" name="时光" initials="时" lastIdx="0" clrIdx="5395"/>
  <p:cmAuthor id="5397" name="10181267" initials="1" lastIdx="0" clrIdx="5396"/>
  <p:cmAuthor id="5398" name="WPS_1587870011" initials="W" lastIdx="0" clrIdx="5397"/>
  <p:cmAuthor id="5399" name="jktest" initials="U" lastIdx="0" clrIdx="5398"/>
  <p:cmAuthor id="5400" name="叶逸群" initials="叶逸群" lastIdx="0" clrIdx="5399"/>
  <p:cmAuthor id="5401" name="IrisH" initials="I" lastIdx="0" clrIdx="5400"/>
  <p:cmAuthor id="5402" name="随风的蒲公英" initials="随" lastIdx="0" clrIdx="5401"/>
  <p:cmAuthor id="5403" name="张瑞" initials="张瑞" lastIdx="0" clrIdx="5402"/>
  <p:cmAuthor id="5404" name="yuange" initials="y" lastIdx="0" clrIdx="5403"/>
  <p:cmAuthor id="5405" name="佟 鑫" initials="佟" lastIdx="0" clrIdx="5404"/>
  <p:cmAuthor id="5406" name="xiaweiwei" initials="x" lastIdx="0" clrIdx="5405"/>
  <p:cmAuthor id="5407" name="贾宏波" initials="J" lastIdx="0" clrIdx="5406"/>
  <p:cmAuthor id="5408" name="xbzeng" initials="xbzeng" lastIdx="0" clrIdx="5407"/>
  <p:cmAuthor id="5409" name="xdhan" initials="x" lastIdx="0" clrIdx="5408"/>
  <p:cmAuthor id="5410" name="曹军" initials="曹军" lastIdx="0" clrIdx="5409"/>
  <p:cmAuthor id="5411" name="赵静" initials="赵" lastIdx="0" clrIdx="5410"/>
  <p:cmAuthor id="5412" name="John" initials="J" lastIdx="0" clrIdx="5411"/>
  <p:cmAuthor id="5413" name="Ruby Quemuel" initials="R" lastIdx="0" clrIdx="5412"/>
  <p:cmAuthor id="5414" name="ydx2003new@163.com" initials="y" lastIdx="0" clrIdx="5413"/>
  <p:cmAuthor id="5415" name="xux" initials="x" lastIdx="0" clrIdx="5414"/>
  <p:cmAuthor id="5416" name="FAN" initials="F" lastIdx="0" clrIdx="5415"/>
  <p:cmAuthor id="5417" name="李 大美" initials="李" lastIdx="0" clrIdx="5416"/>
  <p:cmAuthor id="5418" name="胡婷" initials="胡" lastIdx="0" clrIdx="5417"/>
  <p:cmAuthor id="5419" name="周志浩" initials="Edmond" lastIdx="0" clrIdx="5418"/>
  <p:cmAuthor id="5420" name="隆敏玲" initials="隆" lastIdx="0" clrIdx="5419"/>
  <p:cmAuthor id="5421" name="82538" initials="8" lastIdx="0" clrIdx="5420"/>
  <p:cmAuthor id="5422" name="徐瑞瑞" initials="徐" lastIdx="0" clrIdx="5421"/>
  <p:cmAuthor id="5423" name="wangdi" initials="w" lastIdx="0" clrIdx="5422"/>
  <p:cmAuthor id="5424" name="王心谊" initials="王" lastIdx="0" clrIdx="5423"/>
  <p:cmAuthor id="5425" name="王振军" initials="王" lastIdx="0" clrIdx="5424"/>
  <p:cmAuthor id="5426" name="Chang Liu" initials="CL" lastIdx="0" clrIdx="5425"/>
  <p:cmAuthor id="5427" name="LBL" initials="LBL" lastIdx="0" clrIdx="5426"/>
  <p:cmAuthor id="5428" name="范风魁" initials="范风魁" lastIdx="0" clrIdx="5427"/>
  <p:cmAuthor id="5429" name="雨天" initials="雨" lastIdx="0" clrIdx="5428"/>
  <p:cmAuthor id="5430" name="丁利文" initials="丁" lastIdx="0" clrIdx="5429"/>
  <p:cmAuthor id="5431" name="简单1401026546" initials="简" lastIdx="0" clrIdx="5430"/>
  <p:cmAuthor id="5432" name="Jimmy-Power" initials="J" lastIdx="0" clrIdx="5431"/>
  <p:cmAuthor id="5433" name="李香" initials="李香" lastIdx="0" clrIdx="5432"/>
  <p:cmAuthor id="5434" name="huangao" initials="h" lastIdx="0" clrIdx="5433"/>
  <p:cmAuthor id="5435" name="Athrun1380968400" initials="A" lastIdx="0" clrIdx="5434"/>
  <p:cmAuthor id="5436" name="葛磊" initials="葛磊" lastIdx="0" clrIdx="5435"/>
  <p:cmAuthor id="5437" name="杨夏林" initials="杨夏林" lastIdx="0" clrIdx="5436"/>
  <p:cmAuthor id="5438" name="ykdu" initials="y" lastIdx="0" clrIdx="5437"/>
  <p:cmAuthor id="5439" name="qldai2" initials="q" lastIdx="0" clrIdx="5438"/>
  <p:cmAuthor id="5440" name="尹大海" initials="尹大海" lastIdx="0" clrIdx="5439"/>
  <p:cmAuthor id="5441" name="曹小娇" initials="曹小娇" lastIdx="0" clrIdx="5440"/>
  <p:cmAuthor id="5442" name="刘阿敏" initials="刘阿敏" lastIdx="0" clrIdx="5441"/>
  <p:cmAuthor id="5443" name="jjwang60" initials="j" lastIdx="0" clrIdx="5442"/>
  <p:cmAuthor id="5444" name="xxzhang2" initials="x" lastIdx="0" clrIdx="5443"/>
  <p:cmAuthor id="5445" name="朱群" initials="朱群" lastIdx="0" clrIdx="5444"/>
  <p:cmAuthor id="5446" name="yyou3" initials="y" lastIdx="0" clrIdx="5445"/>
  <p:cmAuthor id="5447" name="楼帅" initials="楼" lastIdx="0" clrIdx="5446"/>
  <p:cmAuthor id="5448" name="马文君" initials="马文君" lastIdx="0" clrIdx="5447"/>
  <p:cmAuthor id="5449" name="chen qinglei" initials="c" lastIdx="0" clrIdx="5448"/>
  <p:cmAuthor id="5450" name="十二" initials="十" lastIdx="0" clrIdx="5449"/>
  <p:cmAuthor id="5451" name="   " initials=" " lastIdx="0" clrIdx="5450"/>
  <p:cmAuthor id="5452" name="李 富岩" initials="李" lastIdx="0" clrIdx="5451"/>
  <p:cmAuthor id="5453" name="chenmin" initials="c" lastIdx="0" clrIdx="5452"/>
  <p:cmAuthor id="5454" name="Lovestone_Mila" initials="L" lastIdx="0" clrIdx="5453"/>
  <p:cmAuthor id="5455" name="梦娜 凌" initials="梦凌" lastIdx="0" clrIdx="5454"/>
  <p:cmAuthor id="5456" name="yongzhang13" initials="y" lastIdx="0" clrIdx="5455"/>
  <p:cmAuthor id="5457" name="夏小芸°Bella" initials="夏" lastIdx="0" clrIdx="5456"/>
  <p:cmAuthor id="5458" name="李泽丰 Zefeng Li (制造事业部)" initials="李泽丰" lastIdx="0" clrIdx="5457"/>
  <p:cmAuthor id="5459" name="黄园园" initials="黄" lastIdx="0" clrIdx="5458"/>
  <p:cmAuthor id="5460" name="huyaodong" initials="h" lastIdx="0" clrIdx="5459"/>
  <p:cmAuthor id="5461" name="沈晓燕 Xiaoyan Shen (奇瑞商用车)" initials="沈晓燕" lastIdx="0" clrIdx="5460"/>
  <p:cmAuthor id="5462" name="季群" initials="季群" lastIdx="0" clrIdx="5461"/>
  <p:cmAuthor id="5463" name="邵名柱" initials="邵" lastIdx="0" clrIdx="5462"/>
  <p:cmAuthor id="5464" name="刘澜涛" initials="刘" lastIdx="0" clrIdx="5463"/>
  <p:cmAuthor id="5465" name="焦叶辉" initials="焦" lastIdx="0" clrIdx="5464"/>
  <p:cmAuthor id="5466" name="蒋瑞莹" initials="蒋" lastIdx="0" clrIdx="5465"/>
  <p:cmAuthor id="5467" name="谷欣恬" initials="谷" lastIdx="0" clrIdx="5466"/>
  <p:cmAuthor id="5468" name="杨世辉" initials="杨" lastIdx="0" clrIdx="5467"/>
  <p:cmAuthor id="5469" name="温礼辉 Lihui Wen （国际业务事业部）" initials="温礼辉" lastIdx="0" clrIdx="5468"/>
  <p:cmAuthor id="5470" name="李宇" initials="李" lastIdx="0" clrIdx="5469"/>
  <p:cmAuthor id="5471" name="杨慈" initials="杨" lastIdx="0" clrIdx="5470"/>
  <p:cmAuthor id="5472" name="yu yiming" initials="yym" lastIdx="0" clrIdx="5471"/>
  <p:cmAuthor id="5473" name="zepengll" initials="z" lastIdx="0" clrIdx="5472"/>
  <p:cmAuthor id="5474" name="xbany" initials="xb21cn" lastIdx="0" clrIdx="5473"/>
  <p:cmAuthor id="5475" name="周小玲" initials="周" lastIdx="0" clrIdx="5474"/>
  <p:cmAuthor id="5476" name="蔡伶俐 Lingli Cai （运营管理中心）" initials="蔡伶俐" lastIdx="0" clrIdx="5475"/>
  <p:cmAuthor id="5477" name="xiaopeng dang" initials="xd" lastIdx="0" clrIdx="5476"/>
  <p:cmAuthor id="5478" name="appleminy@outlook.com" initials="a" lastIdx="0" clrIdx="5477"/>
  <p:cmAuthor id="5479" name="梁麒鲲" initials="梁" lastIdx="0" clrIdx="5478"/>
  <p:cmAuthor id="5480" name="黄明辉" initials="黄" lastIdx="0" clrIdx="5479"/>
  <p:cmAuthor id="5481" name="刘博文 Bowen Liu (研发总院 AERI)" initials="刘博文" lastIdx="0" clrIdx="5480"/>
  <p:cmAuthor id="5482" name="张飞跃 Feiyue Zhang （研发总院 AERI）" initials="张飞跃" lastIdx="0" clrIdx="5481"/>
  <p:cmAuthor id="5483" name="BA-俞阳" initials="authorId_4447802" lastIdx="0" clrIdx="5482"/>
  <p:cmAuthor id="5484" name="张 步伟" initials="张" lastIdx="0" clrIdx="5483"/>
  <p:cmAuthor id="5485" name="付媛媛" initials="付媛媛" lastIdx="0" clrIdx="5484"/>
  <p:cmAuthor id="5486" name="郑耀" initials="郑耀" lastIdx="0" clrIdx="5485"/>
  <p:cmAuthor id="5487" name="吴天昊" initials="吴" lastIdx="0" clrIdx="5486"/>
  <p:cmAuthor id="5488" name="石留全 Liuquan Shi （研发总院 AERI）" initials="石留全" lastIdx="0" clrIdx="5487"/>
  <p:cmAuthor id="5489" name="张兮吾" initials="张兮吾" lastIdx="0" clrIdx="5488"/>
  <p:cmAuthor id="5490" name="liu pan" initials="lp" lastIdx="0" clrIdx="5489"/>
  <p:cmAuthor id="5491" name="张驰 Chi Zhang（用户共创与产品管理中心）" initials="张驰" lastIdx="0" clrIdx="5490"/>
  <p:cmAuthor id="5492" name="01026" initials="0" lastIdx="0" clrIdx="5491"/>
  <p:cmAuthor id="5493" name="vivian ma" initials="vm" lastIdx="0" clrIdx="5492"/>
  <p:cmAuthor id="5494" name="zus" initials="z" lastIdx="0" clrIdx="5493"/>
  <p:cmAuthor id="5495" name="E14" initials="E" lastIdx="0" clrIdx="5494"/>
  <p:cmAuthor id="5496" name="Yang, Qingqing (Q.)" initials="Y" lastIdx="0" clrIdx="5495"/>
  <p:cmAuthor id="5497" name="曹方来" initials="曹" lastIdx="0" clrIdx="5496"/>
  <p:cmAuthor id="5498" name="CHERY00252555" initials="C" lastIdx="0" clrIdx="5497"/>
  <p:cmAuthor id="5499" name="41772" initials="4" lastIdx="0" clrIdx="5498"/>
  <p:cmAuthor id="5500" name="静" initials="静" lastIdx="0" clrIdx="5499"/>
  <p:cmAuthor id="5501" name="李峰" initials="authorId_1682090896" lastIdx="0" clrIdx="5500"/>
  <p:cmAuthor id="5502" name="修改人编号：YG-103241,姓名：闫茂东" initials="a" lastIdx="0" clrIdx="5501"/>
  <p:cmAuthor id="5503" name="漠" initials="漠" lastIdx="0" clrIdx="5502"/>
  <p:cmAuthor id="5504" name="thunderobot" initials="t" lastIdx="0" clrIdx="5503"/>
  <p:cmAuthor id="5505" name="redmi" initials="r" lastIdx="0" clrIdx="5504"/>
  <p:cmAuthor id="5506" name="奇瑞直营公司" initials="奇" lastIdx="0" clrIdx="5505"/>
  <p:cmAuthor id="5507" name="朱妍" initials="h" lastIdx="0" clrIdx="5506"/>
  <p:cmAuthor id="5508" name="许正平" initials="许" lastIdx="0" clrIdx="5507"/>
  <p:cmAuthor id="5509" name="SH" initials="S" lastIdx="0" clrIdx="5508"/>
  <p:cmAuthor id="5510" name="95191" initials="9" lastIdx="0" clrIdx="5509"/>
  <p:cmAuthor id="5511" name="Yu Miao" initials="YM" lastIdx="0" clrIdx="5510"/>
  <p:cmAuthor id="5512" name="修改人编号：YG-206908,姓名：孟伟聪" initials="修" lastIdx="0" clrIdx="5511"/>
  <p:cmAuthor id="5513" name="刘晓忙" initials="刘" lastIdx="0" clrIdx="5512"/>
  <p:cmAuthor id="5514" name="28553" initials="2" lastIdx="0" clrIdx="5513"/>
  <p:cmAuthor id="5515" name="Katherine Zimoulis" initials="" lastIdx="0" clrIdx="5514"/>
  <p:cmAuthor id="5516" name="LK" initials="L" lastIdx="0" clrIdx="5515"/>
  <p:cmAuthor id="5517" name="fan" initials="f" lastIdx="0" clrIdx="5516"/>
  <p:cmAuthor id="5518" name="xyz" initials="x" lastIdx="0" clrIdx="5517"/>
  <p:cmAuthor id="5519" name="代 晓辉" initials="代" lastIdx="0" clrIdx="5518"/>
  <p:cmAuthor id="5520" name="xueyanzhe" initials="x" lastIdx="0" clrIdx="5519"/>
  <p:cmAuthor id="5521" name="滕子优" initials="authorId_1682091643" lastIdx="0" clrIdx="5520"/>
  <p:cmAuthor id="5522" name="A1何林" initials="A" lastIdx="0" clrIdx="5521"/>
  <p:cmAuthor id="5523" name="lidong yang" initials="ly" lastIdx="0" clrIdx="5522"/>
  <p:cmAuthor id="5524" name="ozg106" initials="o" lastIdx="0" clrIdx="5523"/>
  <p:cmAuthor id="5525" name="MING" initials="M" lastIdx="0" clrIdx="5524"/>
  <p:cmAuthor id="5526" name="刘 驰" initials="刘" lastIdx="0" clrIdx="5525"/>
  <p:cmAuthor id="5527" name="王远" initials="王" lastIdx="0" clrIdx="5526"/>
  <p:cmAuthor id="5528" name="chen.weikun2" initials="c" lastIdx="0" clrIdx="5527"/>
  <p:cmAuthor id="5529" name="王顶" initials="王" lastIdx="0" clrIdx="5528"/>
  <p:cmAuthor id="5530" name="lixun" initials="l" lastIdx="0" clrIdx="5529"/>
  <p:cmAuthor id="5531" name="li.jianwei1@byd.com" initials="l" lastIdx="0" clrIdx="5530"/>
  <p:cmAuthor id="5532" name="W Nic" initials="W" lastIdx="0" clrIdx="5531"/>
  <p:cmAuthor id="5533" name="bei.ming" initials="b" lastIdx="0" clrIdx="5532"/>
  <p:cmAuthor id="5534" name="yuan.shaokui" initials="y" lastIdx="0" clrIdx="5533"/>
  <p:cmAuthor id="5535" name="wang.haidong3" initials="w" lastIdx="0" clrIdx="5534"/>
  <p:cmAuthor id="5536" name="未知用户410" initials="未" lastIdx="0" clrIdx="5535"/>
  <p:cmAuthor id="5537" name="ae2000" initials="a" lastIdx="0" clrIdx="5536"/>
  <p:cmAuthor id="5538" name="董威" initials="董" lastIdx="0" clrIdx="5537"/>
  <p:cmAuthor id="5539" name="夏艳圆_Eternity" initials="夏" lastIdx="0" clrIdx="5538"/>
  <p:cmAuthor id="5540" name="凌铎" initials="凌" lastIdx="0" clrIdx="5539"/>
  <p:cmAuthor id="5541" name="韩超磊" initials="韩" lastIdx="0" clrIdx="5540"/>
  <p:cmAuthor id="5542" name="administrator" initials="ad" lastIdx="0" clrIdx="5541"/>
  <p:cmAuthor id="5543" name="weige" initials="w" lastIdx="0" clrIdx="5542"/>
  <p:cmAuthor id="5544" name="李 俊琦" initials="李" lastIdx="0" clrIdx="5543"/>
  <p:cmAuthor id="5545" name="丁慧玲" initials="丁慧玲" lastIdx="0" clrIdx="5544"/>
  <p:cmAuthor id="5546" name="安闯今天背单词了吗" initials="安" lastIdx="0" clrIdx="5545"/>
  <p:cmAuthor id="5547" name="duxingge" initials="d" lastIdx="0" clrIdx="5546"/>
  <p:cmAuthor id="5548" name="yingchao xi" initials="y" lastIdx="0" clrIdx="5547"/>
  <p:cmAuthor id="5549" name="depeng diao" initials="d" lastIdx="0" clrIdx="5548"/>
  <p:cmAuthor id="5550" name="amyzhang" initials="a" lastIdx="0" clrIdx="5549"/>
  <p:cmAuthor id="5551" name="周峰" initials="周" lastIdx="0" clrIdx="5550"/>
  <p:cmAuthor id="5552" name="zzchen7" initials="z" lastIdx="0" clrIdx="5551"/>
  <p:cmAuthor id="5553" name="CodonMedical" initials="C" lastIdx="0" clrIdx="5552"/>
  <p:cmAuthor id="5554" name="dingenshi" initials="d" lastIdx="0" clrIdx="5553"/>
  <p:cmAuthor id="5555" name="Fitzpatrick, Nicole {MGAO~Basel}" initials="F" lastIdx="0" clrIdx="5554"/>
  <p:cmAuthor id="5556" name="Helen Keyworth (HI)" initials="H" lastIdx="0" clrIdx="5555"/>
  <p:cmAuthor id="5557" name="邢璐康" initials="邢" lastIdx="0" clrIdx="5556"/>
  <p:cmAuthor id="5558" name="think" initials="t" lastIdx="0" clrIdx="5557"/>
  <p:cmAuthor id="5559" name="过 去" initials="过" lastIdx="0" clrIdx="5558"/>
  <p:cmAuthor id="5560" name="林正阳" initials="林" lastIdx="0" clrIdx="5559"/>
  <p:cmAuthor id="5561" name="张婧玉" initials="张" lastIdx="0" clrIdx="5560"/>
  <p:cmAuthor id="5562" name="曾 继" initials="曾" lastIdx="0" clrIdx="5561"/>
  <p:cmAuthor id="5563" name="陈静雯" initials="陈" lastIdx="0" clrIdx="5562"/>
  <p:cmAuthor id="5564" name="dong.xiangshang@byd.com" initials="d" lastIdx="0" clrIdx="5563"/>
  <p:cmAuthor id="5565" name="贺龙" initials="贺" lastIdx="0" clrIdx="5564"/>
  <p:cmAuthor id="5566" name="刘 姝" initials="刘" lastIdx="0" clrIdx="5565"/>
  <p:cmAuthor id="5567" name="yuancc04" initials="y" lastIdx="0" clrIdx="5566"/>
  <p:cmAuthor id="5568" name="Wenqi Sheng" initials="W" lastIdx="0" clrIdx="5567"/>
  <p:cmAuthor id="5569" name="sunlj002" initials="s" lastIdx="0" clrIdx="5568"/>
  <p:cmAuthor id="5570" name="冯长玉" initials="冯" lastIdx="0" clrIdx="5569"/>
  <p:cmAuthor id="5571" name="zhang.yibo6" initials="z" lastIdx="0" clrIdx="5570"/>
  <p:cmAuthor id="5572" name="杰诚" initials="杰" lastIdx="0" clrIdx="5571"/>
  <p:cmAuthor id="5573" name="赵晴" initials="赵晴" lastIdx="0" clrIdx="5572"/>
  <p:cmAuthor id="5574" name="邹 云鑫" initials="邹" lastIdx="0" clrIdx="5573"/>
  <p:cmAuthor id="5575" name="11839" initials="1" lastIdx="0" clrIdx="5574"/>
  <p:cmAuthor id="5576" name="ALEX LEUNG" initials="A" lastIdx="0" clrIdx="5575"/>
  <p:cmAuthor id="5577" name="冰箱" initials="冰" lastIdx="0" clrIdx="5576"/>
  <p:cmAuthor id="5578" name="秘密券" initials="秘" lastIdx="0" clrIdx="5577"/>
  <p:cmAuthor id="5579" name="罗彬" initials="罗" lastIdx="0" clrIdx="5578"/>
  <p:cmAuthor id="5580" name="jxgy15" initials="j" lastIdx="0" clrIdx="5579"/>
  <p:cmAuthor id="5581" name="王航" initials="王" lastIdx="0" clrIdx="5580"/>
  <p:cmAuthor id="5582" name="1 mac" initials="1" lastIdx="0" clrIdx="5581"/>
  <p:cmAuthor id="5583" name="ITS" initials="ITS" lastIdx="0" clrIdx="5582"/>
  <p:cmAuthor id="5584" name="spring_ren" initials="s" lastIdx="0" clrIdx="5583"/>
  <p:cmAuthor id="5585" name="李璐---寿险总公司营销管理部" initials="李" lastIdx="0" clrIdx="5584"/>
  <p:cmAuthor id="5586" name="yangdi" initials="y" lastIdx="0" clrIdx="5585"/>
  <p:cmAuthor id="5587" name="吴晓梅" initials="吴" lastIdx="0" clrIdx="5586"/>
  <p:cmAuthor id="5588" name="卫天一" initials="卫" lastIdx="0" clrIdx="5587"/>
  <p:cmAuthor id="5589" name="449030419@qq.com" initials="4" lastIdx="0" clrIdx="5588"/>
  <p:cmAuthor id="5590" name="Chen" initials="C" lastIdx="0" clrIdx="5589"/>
  <p:cmAuthor id="5591" name="张健" initials="张" lastIdx="0" clrIdx="5590"/>
  <p:cmAuthor id="5592" name="547716734@qq.com" initials="5" lastIdx="0" clrIdx="5591"/>
  <p:cmAuthor id="5593" name="个险部" initials="个" lastIdx="0" clrIdx="5592"/>
  <p:cmAuthor id="5594" name="ProMedican" initials="P" lastIdx="0" clrIdx="5593"/>
  <p:cmAuthor id="5595" name="雷庭" initials="雷" lastIdx="0" clrIdx="5594"/>
  <p:cmAuthor id="5596" name="ht guo" initials="h" lastIdx="0" clrIdx="5595"/>
  <p:cmAuthor id="5597" name="赵丹珺" initials="赵" lastIdx="0" clrIdx="5596"/>
  <p:cmAuthor id="5598" name="cuizijin01" initials="c" lastIdx="0" clrIdx="5597"/>
  <p:cmAuthor id="5599" name="梁潇-lhq" initials="梁" lastIdx="0" clrIdx="5598"/>
  <p:cmAuthor id="5600" name="孙青川" initials="孙" lastIdx="0" clrIdx="5599"/>
  <p:cmAuthor id="5601" name="b1487" initials="b" lastIdx="0" clrIdx="5600"/>
  <p:cmAuthor id="5602" name="sivaram" initials="s" lastIdx="0" clrIdx="5601"/>
  <p:cmAuthor id="5603" name="焱恺 彭" initials="焱" lastIdx="0" clrIdx="5602"/>
  <p:cmAuthor id="5604" name="程学春 cxc" initials="程" lastIdx="0" clrIdx="5603"/>
  <p:cmAuthor id="5605" name="yanqiqi-lgd" initials="y" lastIdx="0" clrIdx="5604"/>
  <p:cmAuthor id="5606" name="deeplm" initials="d" lastIdx="0" clrIdx="5605"/>
  <p:cmAuthor id="5607" name="LiWei" initials="L" lastIdx="0" clrIdx="5606"/>
  <p:cmAuthor id="5608" name="方朝军/产品推动室/产品开发推广部/总公司" initials="方" lastIdx="0" clrIdx="5607"/>
  <p:cmAuthor id="5609" name="zq" initials="z" lastIdx="0" clrIdx="5608"/>
  <p:cmAuthor id="5610" name="M7100z-win7" initials="M" lastIdx="0" clrIdx="5609"/>
  <p:cmAuthor id="5611" name="蔡静敏" initials="蔡" lastIdx="0" clrIdx="5610"/>
  <p:cmAuthor id="5612" name="Kingsoft" initials="K" lastIdx="0" clrIdx="5611"/>
  <p:cmAuthor id="5613" name="聂潇丽" initials="聂" lastIdx="0" clrIdx="5612"/>
  <p:cmAuthor id="5614" name="郭书含" initials="郭" lastIdx="0" clrIdx="5613"/>
  <p:cmAuthor id="5615" name="刘淼" initials="刘" lastIdx="0" clrIdx="5614"/>
  <p:cmAuthor id="5616" name="1716266060@qq.com" initials="1" lastIdx="0" clrIdx="5615"/>
  <p:cmAuthor id="5617" name="刘岸亮" initials="刘" lastIdx="0" clrIdx="5616"/>
  <p:cmAuthor id="5618" name="王雅静" initials="王" lastIdx="0" clrIdx="5617"/>
  <p:cmAuthor id="5619" name="张静_QZZvv2Aj" initials="张" lastIdx="0" clrIdx="5618"/>
  <p:cmAuthor id="5620" name="sun frank" initials="s" lastIdx="0" clrIdx="5619"/>
  <p:cmAuthor id="5621" name="zhao wei" initials="z" lastIdx="0" clrIdx="5620"/>
  <p:cmAuthor id="5622" name="Wanwei Liang" initials="W" lastIdx="0" clrIdx="5621"/>
  <p:cmAuthor id="5623" name="韩冰" initials="韩" lastIdx="0" clrIdx="5622"/>
  <p:cmAuthor id="5624" name="张建超" initials="张" lastIdx="0" clrIdx="5623"/>
  <p:cmAuthor id="5625" name="Poseidon" initials="P" lastIdx="0" clrIdx="5624"/>
  <p:cmAuthor id="5626" name="zhaoxx" initials="z" lastIdx="0" clrIdx="5625"/>
  <p:cmAuthor id="5627" name="sdlife" initials="s" lastIdx="0" clrIdx="5626"/>
  <p:cmAuthor id="5628" name="李晨曦" initials="李" lastIdx="0" clrIdx="5627"/>
  <p:cmAuthor id="5629" name="黄 霞" initials="黄" lastIdx="0" clrIdx="5628"/>
  <p:cmAuthor id="5630" name="LADD HU" initials="L" lastIdx="0" clrIdx="5629"/>
  <p:cmAuthor id="5631" name="王欢 Huan Wang  (研发总院 AERI)" initials="王欢" lastIdx="0" clrIdx="5630"/>
  <p:cmAuthor id="5632" name="66894190@qq.com" initials="6" lastIdx="0" clrIdx="5631"/>
  <p:cmAuthor id="5633" name="陈识远" initials="陈识远" lastIdx="0" clrIdx="5632"/>
  <p:cmAuthor id="5634" name="甘源" initials="甘" lastIdx="0" clrIdx="5633"/>
  <p:cmAuthor id="5635" name="李好" initials="李" lastIdx="0" clrIdx="5634"/>
  <p:cmAuthor id="5636" name="Thinkpad" initials="T" lastIdx="0" clrIdx="5635"/>
  <p:cmAuthor id="5637" name="86136" initials="8" lastIdx="0" clrIdx="5636"/>
  <p:cmAuthor id="5638" name="1375063669@qq.com" initials="1" lastIdx="0" clrIdx="5637"/>
  <p:cmAuthor id="5639" name="azha5709" initials="a" lastIdx="0" clrIdx="5638"/>
  <p:cmAuthor id="5640" name="卢工" initials="authorId_32892041" lastIdx="0" clrIdx="5639"/>
  <p:cmAuthor id="5641" name="张艳 Yan Zhang （用户共创与产品管理中心）" initials="张艳" lastIdx="0" clrIdx="5640"/>
  <p:cmAuthor id="5642" name="zhiwu yin" initials="z" lastIdx="0" clrIdx="5641"/>
  <p:cmAuthor id="5643" name="汪晨" initials="汪" lastIdx="0" clrIdx="5642"/>
  <p:cmAuthor id="5644" name="崔武杰" initials="崔" lastIdx="0" clrIdx="5643"/>
  <p:cmAuthor id="5645" name="叶秀" initials="叶" lastIdx="0" clrIdx="5644"/>
  <p:cmAuthor id="5646" name="李晓华 Xiaohua Li （制造事业部）" initials="李晓华" lastIdx="0" clrIdx="5645"/>
  <p:cmAuthor id="5647" name="吴昊" initials="吴" lastIdx="0" clrIdx="5646"/>
  <p:cmAuthor id="5648" name="邹传利" initials="邹" lastIdx="0" clrIdx="5647"/>
  <p:cmAuthor id="5649" name="Tian Jia" initials="TJ" lastIdx="0" clrIdx="5648"/>
  <p:cmAuthor id="5650" name="Ye, Riguang" initials="YR" lastIdx="0" clrIdx="5649"/>
  <p:cmAuthor id="5651" name="liyin" initials="l" lastIdx="0" clrIdx="5650"/>
  <p:cmAuthor id="5652" name="、、" initials="、" lastIdx="0" clrIdx="5651"/>
  <p:cmAuthor id="5653" name="zhangenci" initials="z" lastIdx="0" clrIdx="5652"/>
  <p:cmAuthor id="5654" name="yuhaifeng" initials="y" lastIdx="0" clrIdx="5653"/>
  <p:cmAuthor id="5655" name="Zed.li@byd.com" initials="Z" lastIdx="0" clrIdx="5654"/>
  <p:cmAuthor id="5656" name="单君乐" initials="单" lastIdx="0" clrIdx="5655"/>
  <p:cmAuthor id="5657" name="yaohua" initials="y" lastIdx="0" clrIdx="5656"/>
  <p:cmAuthor id="5658" name="sha.binbin" initials="s" lastIdx="0" clrIdx="5657"/>
  <p:cmAuthor id="5659" name="黄锡元" initials="黄" lastIdx="0" clrIdx="5658"/>
  <p:cmAuthor id="5660" name="闫晓林/应用开发一部/软件开发中心/总行机关/ABC" initials="" lastIdx="0" clrIdx="5659"/>
  <p:cmAuthor id="5661" name="wang alice" initials="wa" lastIdx="0" clrIdx="5660"/>
  <p:cmAuthor id="5662" name="Hao Tang" initials="" lastIdx="0" clrIdx="5661"/>
  <p:cmAuthor id="5663" name="kahlen qi" initials="" lastIdx="0" clrIdx="5662"/>
  <p:cmAuthor id="5664" name="刘旭/应用平台研发部/软件开发中心/总行机关/ABC" initials="" lastIdx="0" clrIdx="5663"/>
  <p:cmAuthor id="5665" name="黄诚/互联网金融研发部/软件开发中心/总行机关/ABC" initials="" lastIdx="0" clrIdx="5664"/>
  <p:cmAuthor id="5666" name="罗位国/应用平台研发部/软件开发中心/总行机关/ABC" initials="" lastIdx="0" clrIdx="5665"/>
  <p:cmAuthor id="5667" name="ZhangqQi" initials="" lastIdx="0" clrIdx="566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6D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1B669-1F2C-497E-A2C4-8D0520813C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690A2-2BED-4CD6-99DB-FF91C47BD3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457200" y="1059872"/>
            <a:ext cx="11274136" cy="5320145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>
            <a:lvl1pPr>
              <a:lnSpc>
                <a:spcPct val="150000"/>
              </a:lnSpc>
              <a:defRPr sz="2400"/>
            </a:lvl1pPr>
            <a:lvl2pPr marL="6858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2000"/>
            </a:lvl2pPr>
            <a:lvl3pPr>
              <a:lnSpc>
                <a:spcPct val="150000"/>
              </a:lnSpc>
              <a:defRPr sz="1800"/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57199" y="125788"/>
            <a:ext cx="8614065" cy="58807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57201" y="125789"/>
            <a:ext cx="8614065" cy="58807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457200" y="1059873"/>
            <a:ext cx="11274136" cy="5320145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>
            <a:lvl1pPr>
              <a:lnSpc>
                <a:spcPct val="150000"/>
              </a:lnSpc>
              <a:defRPr sz="2400"/>
            </a:lvl1pPr>
            <a:lvl2pPr marL="6858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2000"/>
            </a:lvl2pPr>
            <a:lvl3pPr>
              <a:lnSpc>
                <a:spcPct val="150000"/>
              </a:lnSpc>
              <a:defRPr sz="1800"/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48547"/>
            <a:ext cx="9144000" cy="13092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" hasCustomPrompt="1"/>
          </p:nvPr>
        </p:nvSpPr>
        <p:spPr>
          <a:xfrm>
            <a:off x="9448800" y="6569075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36" tIns="45718" rIns="91436" bIns="45718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Page ‹#›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" hasCustomPrompt="1"/>
          </p:nvPr>
        </p:nvSpPr>
        <p:spPr>
          <a:xfrm>
            <a:off x="457199" y="125788"/>
            <a:ext cx="8614065" cy="588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36" tIns="45718" rIns="91436" bIns="45718" anchor="ctr"/>
          <a:lstStyle>
            <a:lvl1pPr algn="l">
              <a:lnSpc>
                <a:spcPct val="92000"/>
              </a:lnSpc>
              <a:defRPr sz="2800" b="1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800" b="1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单击此处编辑母版标题样式</a:t>
            </a:r>
            <a:endParaRPr lang="en-US" sz="2800" b="1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"/>
          </p:nvPr>
        </p:nvSpPr>
        <p:spPr>
          <a:xfrm>
            <a:off x="457200" y="1059872"/>
            <a:ext cx="11274136" cy="53201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36" tIns="45718" rIns="91436" bIns="45718" anchor="t"/>
          <a:lstStyle>
            <a:lvl1pPr algn="l">
              <a:lnSpc>
                <a:spcPct val="15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marL="304800" indent="-3048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11200" lvl="1" indent="-2540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1143000" lvl="2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第三级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1600200" lvl="3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第四级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057400" lvl="4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第五级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70733" y="6604000"/>
            <a:ext cx="821266" cy="3302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defTabSz="914400"/>
            <a:fld id="{8E5AB401-1728-4F42-B94D-D80BBC5D1E6A}" type="slidenum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</a:fld>
            <a:endParaRPr lang="zh-CN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351895" y="6684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222963" y="630635"/>
            <a:ext cx="117485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10314701" y="260649"/>
            <a:ext cx="1307579" cy="285399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3" y="6481961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华文行楷" panose="02010800040101010101" charset="-122"/>
                <a:ea typeface="华文行楷" panose="02010800040101010101" charset="-122"/>
              </a:rPr>
              <a:t>世界领先技术体系   扎实厚道创新体验</a:t>
            </a:r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22963" y="6666627"/>
            <a:ext cx="324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8731519" y="6666627"/>
            <a:ext cx="324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Ø"/>
        <a:defRPr sz="19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7" Type="http://schemas.openxmlformats.org/officeDocument/2006/relationships/notesSlide" Target="../notesSlides/notesSlide1.xml"/><Relationship Id="rId26" Type="http://schemas.openxmlformats.org/officeDocument/2006/relationships/slideLayout" Target="../slideLayouts/slideLayout11.xml"/><Relationship Id="rId25" Type="http://schemas.openxmlformats.org/officeDocument/2006/relationships/image" Target="../media/image23.svg"/><Relationship Id="rId24" Type="http://schemas.openxmlformats.org/officeDocument/2006/relationships/image" Target="../media/image22.png"/><Relationship Id="rId23" Type="http://schemas.openxmlformats.org/officeDocument/2006/relationships/tags" Target="../tags/tag3.xml"/><Relationship Id="rId22" Type="http://schemas.openxmlformats.org/officeDocument/2006/relationships/image" Target="../media/image21.svg"/><Relationship Id="rId21" Type="http://schemas.openxmlformats.org/officeDocument/2006/relationships/image" Target="../media/image20.png"/><Relationship Id="rId20" Type="http://schemas.openxmlformats.org/officeDocument/2006/relationships/tags" Target="../tags/tag2.xml"/><Relationship Id="rId2" Type="http://schemas.openxmlformats.org/officeDocument/2006/relationships/image" Target="../media/image3.png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tags" Target="../tags/tag1.xml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nel-plan"/>
          <p:cNvSpPr>
            <a:spLocks noGrp="1"/>
          </p:cNvSpPr>
          <p:nvPr/>
        </p:nvSpPr>
        <p:spPr>
          <a:xfrm>
            <a:off x="4491990" y="1627505"/>
            <a:ext cx="7258050" cy="2253615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575">
            <a:solidFill>
              <a:srgbClr val="D1D1D1"/>
            </a:solidFill>
            <a:prstDash val="solid"/>
          </a:ln>
        </p:spPr>
      </p:sp>
      <p:sp>
        <p:nvSpPr>
          <p:cNvPr id="257" name="phase-2"/>
          <p:cNvSpPr>
            <a:spLocks noGrp="1"/>
          </p:cNvSpPr>
          <p:nvPr/>
        </p:nvSpPr>
        <p:spPr>
          <a:xfrm>
            <a:off x="9557385" y="2031365"/>
            <a:ext cx="2100580" cy="177927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  <a:prstDash val="sysDot"/>
          </a:ln>
        </p:spPr>
      </p:sp>
      <p:sp>
        <p:nvSpPr>
          <p:cNvPr id="256" name="phase-2"/>
          <p:cNvSpPr>
            <a:spLocks noGrp="1"/>
          </p:cNvSpPr>
          <p:nvPr/>
        </p:nvSpPr>
        <p:spPr>
          <a:xfrm>
            <a:off x="7049135" y="2013585"/>
            <a:ext cx="2100580" cy="177927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  <a:prstDash val="sysDot"/>
          </a:ln>
        </p:spPr>
      </p:sp>
      <p:sp>
        <p:nvSpPr>
          <p:cNvPr id="254" name="phase-2"/>
          <p:cNvSpPr>
            <a:spLocks noGrp="1"/>
          </p:cNvSpPr>
          <p:nvPr/>
        </p:nvSpPr>
        <p:spPr>
          <a:xfrm>
            <a:off x="4540885" y="2016125"/>
            <a:ext cx="2100580" cy="177927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ysDot"/>
          </a:ln>
        </p:spPr>
      </p:sp>
      <p:sp>
        <p:nvSpPr>
          <p:cNvPr id="3" name="文本框 2"/>
          <p:cNvSpPr txBox="1"/>
          <p:nvPr/>
        </p:nvSpPr>
        <p:spPr>
          <a:xfrm>
            <a:off x="931545" y="516255"/>
            <a:ext cx="1903095" cy="40957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algn="l" defTabSz="914400">
              <a:lnSpc>
                <a:spcPct val="150000"/>
              </a:lnSpc>
              <a:spcBef>
                <a:spcPct val="0"/>
              </a:spcBef>
            </a:pPr>
            <a:endParaRPr lang="zh-CN" altLang="en-US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228600" y="172026"/>
            <a:ext cx="9715525" cy="571480"/>
          </a:xfrm>
          <a:prstGeom prst="rect">
            <a:avLst/>
          </a:prstGeom>
        </p:spPr>
        <p:txBody>
          <a:bodyPr vert="horz" lIns="91436" tIns="45718" rIns="91436" bIns="4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</a:t>
            </a:r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技术方案可行性</a:t>
            </a:r>
            <a:r>
              <a:rPr lang="en-US" altLang="zh-CN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Safetymind1.0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子模块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1: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AI-SAFE Privacy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39090" y="610235"/>
            <a:ext cx="11351895" cy="486410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spAutoFit/>
          </a:bodyPr>
          <a:p>
            <a:pPr algn="l" defTabSz="914400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AI-SAFE Privacy：</a:t>
            </a:r>
            <a:r>
              <a:rPr lang="zh-CN" altLang="en-US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以“隐私仪表盘”建立用户可感知的数据边界</a:t>
            </a:r>
            <a:endParaRPr lang="zh-CN" altLang="en-US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panel-core"/>
          <p:cNvSpPr>
            <a:spLocks noGrp="1"/>
          </p:cNvSpPr>
          <p:nvPr/>
        </p:nvSpPr>
        <p:spPr>
          <a:xfrm>
            <a:off x="348615" y="1626870"/>
            <a:ext cx="4072890" cy="376428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6350" cap="rnd">
            <a:solidFill>
              <a:srgbClr val="D1D1D1"/>
            </a:solidFill>
            <a:prstDash val="solid"/>
          </a:ln>
        </p:spPr>
      </p:sp>
      <p:sp>
        <p:nvSpPr>
          <p:cNvPr id="27" name="panel-value"/>
          <p:cNvSpPr>
            <a:spLocks noGrp="1"/>
          </p:cNvSpPr>
          <p:nvPr/>
        </p:nvSpPr>
        <p:spPr>
          <a:xfrm>
            <a:off x="4462145" y="3960495"/>
            <a:ext cx="7299960" cy="1430655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575">
            <a:solidFill>
              <a:srgbClr val="D1D1D1"/>
            </a:solidFill>
            <a:prstDash val="solid"/>
          </a:ln>
        </p:spPr>
      </p:sp>
      <p:sp>
        <p:nvSpPr>
          <p:cNvPr id="28" name="core-title"/>
          <p:cNvSpPr>
            <a:spLocks noGrp="1"/>
          </p:cNvSpPr>
          <p:nvPr/>
        </p:nvSpPr>
        <p:spPr>
          <a:xfrm>
            <a:off x="348615" y="1832610"/>
            <a:ext cx="3932555" cy="230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50000"/>
              </a:lnSpc>
              <a:buNone/>
              <a:defRPr sz="15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4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核心技术</a:t>
            </a:r>
            <a:endParaRPr lang="zh-CN" altLang="en-US" sz="14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buNone/>
              <a:defRPr sz="15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40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从“数据权限”升级为“</a:t>
            </a:r>
            <a:r>
              <a:rPr lang="en-US" altLang="zh-CN" sz="140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lang="zh-CN" altLang="en-US" sz="140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数据使用边界”</a:t>
            </a:r>
            <a:endParaRPr lang="zh-CN" altLang="en-US" sz="140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asset-to-privacy"/>
          <p:cNvSpPr>
            <a:spLocks noGrp="1"/>
          </p:cNvSpPr>
          <p:nvPr/>
        </p:nvSpPr>
        <p:spPr>
          <a:xfrm>
            <a:off x="1294765" y="3399790"/>
            <a:ext cx="316865" cy="226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2110" b="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endParaRPr sz="1200" b="0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privacy-to-context"/>
          <p:cNvSpPr>
            <a:spLocks noGrp="1"/>
          </p:cNvSpPr>
          <p:nvPr/>
        </p:nvSpPr>
        <p:spPr>
          <a:xfrm>
            <a:off x="2796540" y="3378835"/>
            <a:ext cx="294005" cy="226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2110" b="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endParaRPr sz="1200" b="0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secure-horizontal"/>
          <p:cNvSpPr>
            <a:spLocks noGrp="1"/>
          </p:cNvSpPr>
          <p:nvPr/>
        </p:nvSpPr>
        <p:spPr>
          <a:xfrm>
            <a:off x="2222500" y="4748530"/>
            <a:ext cx="1687830" cy="635"/>
          </a:xfrm>
          <a:prstGeom prst="line">
            <a:avLst/>
          </a:prstGeom>
          <a:noFill/>
          <a:ln w="21150" cap="rnd">
            <a:solidFill>
              <a:schemeClr val="bg1">
                <a:lumMod val="50000"/>
              </a:schemeClr>
            </a:solidFill>
            <a:prstDash val="dash"/>
          </a:ln>
        </p:spPr>
      </p:sp>
      <p:sp>
        <p:nvSpPr>
          <p:cNvPr id="33" name="secure-left"/>
          <p:cNvSpPr>
            <a:spLocks noGrp="1"/>
          </p:cNvSpPr>
          <p:nvPr/>
        </p:nvSpPr>
        <p:spPr>
          <a:xfrm>
            <a:off x="2222500" y="4521835"/>
            <a:ext cx="0" cy="226060"/>
          </a:xfrm>
          <a:prstGeom prst="line">
            <a:avLst/>
          </a:prstGeom>
          <a:noFill/>
          <a:ln w="21150" cap="rnd">
            <a:solidFill>
              <a:schemeClr val="bg1">
                <a:lumMod val="50000"/>
              </a:schemeClr>
            </a:solidFill>
            <a:prstDash val="dash"/>
          </a:ln>
        </p:spPr>
      </p:sp>
      <p:sp>
        <p:nvSpPr>
          <p:cNvPr id="34" name="secure-right"/>
          <p:cNvSpPr>
            <a:spLocks noGrp="1"/>
          </p:cNvSpPr>
          <p:nvPr/>
        </p:nvSpPr>
        <p:spPr>
          <a:xfrm flipH="1">
            <a:off x="3881120" y="4327525"/>
            <a:ext cx="635" cy="461645"/>
          </a:xfrm>
          <a:prstGeom prst="line">
            <a:avLst/>
          </a:prstGeom>
          <a:noFill/>
          <a:ln w="21150" cap="rnd">
            <a:solidFill>
              <a:schemeClr val="bg1">
                <a:lumMod val="50000"/>
              </a:schemeClr>
            </a:solidFill>
            <a:prstDash val="dash"/>
          </a:ln>
        </p:spPr>
      </p:sp>
      <p:sp>
        <p:nvSpPr>
          <p:cNvPr id="35" name="secure-up"/>
          <p:cNvSpPr>
            <a:spLocks noGrp="1"/>
          </p:cNvSpPr>
          <p:nvPr/>
        </p:nvSpPr>
        <p:spPr>
          <a:xfrm>
            <a:off x="3774440" y="4196080"/>
            <a:ext cx="24892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85" b="0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00" b="0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endParaRPr sz="1000" b="0">
              <a:solidFill>
                <a:srgbClr val="D7252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user-assets"/>
          <p:cNvSpPr>
            <a:spLocks noGrp="1"/>
          </p:cNvSpPr>
          <p:nvPr/>
        </p:nvSpPr>
        <p:spPr>
          <a:xfrm>
            <a:off x="439420" y="2404110"/>
            <a:ext cx="864870" cy="2357755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 w="10575">
            <a:solidFill>
              <a:srgbClr val="C9C9C9"/>
            </a:solidFill>
            <a:prstDash val="solid"/>
          </a:ln>
        </p:spPr>
      </p:sp>
      <p:sp>
        <p:nvSpPr>
          <p:cNvPr id="37" name="user-assets-title"/>
          <p:cNvSpPr>
            <a:spLocks noGrp="1"/>
          </p:cNvSpPr>
          <p:nvPr/>
        </p:nvSpPr>
        <p:spPr>
          <a:xfrm>
            <a:off x="570230" y="2480945"/>
            <a:ext cx="656590" cy="189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  <a:defRPr sz="139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7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用户数据资产</a:t>
            </a:r>
            <a:endParaRPr sz="7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3" name="图片 2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78790" y="2747645"/>
            <a:ext cx="252095" cy="252095"/>
          </a:xfrm>
          <a:prstGeom prst="rect">
            <a:avLst/>
          </a:prstGeom>
        </p:spPr>
      </p:pic>
      <p:sp>
        <p:nvSpPr>
          <p:cNvPr id="39" name="asset-label-0"/>
          <p:cNvSpPr>
            <a:spLocks noGrp="1"/>
          </p:cNvSpPr>
          <p:nvPr/>
        </p:nvSpPr>
        <p:spPr>
          <a:xfrm>
            <a:off x="796290" y="2747645"/>
            <a:ext cx="429895" cy="23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92000"/>
              </a:lnSpc>
              <a:buNone/>
              <a:defRPr sz="945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800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Camera</a:t>
            </a:r>
            <a:endParaRPr sz="800" b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5" name="图片 2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8790" y="3074035"/>
            <a:ext cx="252095" cy="252095"/>
          </a:xfrm>
          <a:prstGeom prst="rect">
            <a:avLst/>
          </a:prstGeom>
        </p:spPr>
      </p:pic>
      <p:sp>
        <p:nvSpPr>
          <p:cNvPr id="41" name="asset-label-1"/>
          <p:cNvSpPr>
            <a:spLocks noGrp="1"/>
          </p:cNvSpPr>
          <p:nvPr/>
        </p:nvSpPr>
        <p:spPr>
          <a:xfrm>
            <a:off x="796290" y="3074035"/>
            <a:ext cx="429895" cy="23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2000"/>
              </a:lnSpc>
              <a:buNone/>
              <a:defRPr sz="945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850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Mic</a:t>
            </a:r>
            <a:endParaRPr sz="850" b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7" name="图片 216"/>
          <p:cNvPicPr>
            <a:picLocks noChangeAspect="1"/>
          </p:cNvPicPr>
          <p:nvPr/>
        </p:nvPicPr>
        <p:blipFill>
          <a:blip r:embed="rId3"/>
          <a:srcRect r="8401"/>
          <a:stretch>
            <a:fillRect/>
          </a:stretch>
        </p:blipFill>
        <p:spPr>
          <a:xfrm>
            <a:off x="500380" y="3399155"/>
            <a:ext cx="231140" cy="252095"/>
          </a:xfrm>
          <a:prstGeom prst="rect">
            <a:avLst/>
          </a:prstGeom>
        </p:spPr>
      </p:pic>
      <p:sp>
        <p:nvSpPr>
          <p:cNvPr id="43" name="asset-label-2"/>
          <p:cNvSpPr>
            <a:spLocks noGrp="1"/>
          </p:cNvSpPr>
          <p:nvPr/>
        </p:nvSpPr>
        <p:spPr>
          <a:xfrm>
            <a:off x="796290" y="3399790"/>
            <a:ext cx="429895" cy="23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92000"/>
              </a:lnSpc>
              <a:buNone/>
              <a:defRPr sz="945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700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Location</a:t>
            </a:r>
            <a:endParaRPr sz="700" b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9" name="图片 2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8635" y="3730625"/>
            <a:ext cx="252095" cy="252095"/>
          </a:xfrm>
          <a:prstGeom prst="rect">
            <a:avLst/>
          </a:prstGeom>
        </p:spPr>
      </p:pic>
      <p:sp>
        <p:nvSpPr>
          <p:cNvPr id="45" name="asset-label-3"/>
          <p:cNvSpPr>
            <a:spLocks noGrp="1"/>
          </p:cNvSpPr>
          <p:nvPr/>
        </p:nvSpPr>
        <p:spPr>
          <a:xfrm>
            <a:off x="796290" y="3725545"/>
            <a:ext cx="429895" cy="23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92000"/>
              </a:lnSpc>
              <a:buNone/>
              <a:defRPr sz="945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700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Contacts</a:t>
            </a:r>
            <a:endParaRPr sz="700" b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21" name="图片 2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8635" y="4051300"/>
            <a:ext cx="252095" cy="252095"/>
          </a:xfrm>
          <a:prstGeom prst="rect">
            <a:avLst/>
          </a:prstGeom>
        </p:spPr>
      </p:pic>
      <p:sp>
        <p:nvSpPr>
          <p:cNvPr id="47" name="asset-label-4"/>
          <p:cNvSpPr>
            <a:spLocks noGrp="1"/>
          </p:cNvSpPr>
          <p:nvPr/>
        </p:nvSpPr>
        <p:spPr>
          <a:xfrm>
            <a:off x="796290" y="4051300"/>
            <a:ext cx="551180" cy="23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92000"/>
              </a:lnSpc>
              <a:buNone/>
              <a:defRPr sz="945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600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Vehicle Data</a:t>
            </a:r>
            <a:endParaRPr sz="600" b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23" name="图片 2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27050" y="4377055"/>
            <a:ext cx="252095" cy="252095"/>
          </a:xfrm>
          <a:prstGeom prst="rect">
            <a:avLst/>
          </a:prstGeom>
        </p:spPr>
      </p:pic>
      <p:sp>
        <p:nvSpPr>
          <p:cNvPr id="49" name="asset-label-5"/>
          <p:cNvSpPr>
            <a:spLocks noGrp="1"/>
          </p:cNvSpPr>
          <p:nvPr/>
        </p:nvSpPr>
        <p:spPr>
          <a:xfrm>
            <a:off x="796290" y="4377055"/>
            <a:ext cx="429895" cy="23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92000"/>
              </a:lnSpc>
              <a:buNone/>
              <a:defRPr sz="945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600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Carmind</a:t>
            </a:r>
            <a:endParaRPr sz="600" b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92000"/>
              </a:lnSpc>
              <a:buNone/>
              <a:defRPr sz="945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600" b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</a:t>
            </a:r>
            <a:endParaRPr sz="600" b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privacy-zone"/>
          <p:cNvSpPr>
            <a:spLocks noGrp="1"/>
          </p:cNvSpPr>
          <p:nvPr/>
        </p:nvSpPr>
        <p:spPr>
          <a:xfrm>
            <a:off x="1574165" y="2480945"/>
            <a:ext cx="1267460" cy="2036445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4100">
            <a:solidFill>
              <a:srgbClr val="E88787"/>
            </a:solidFill>
            <a:prstDash val="solid"/>
          </a:ln>
        </p:spPr>
      </p:sp>
      <p:sp>
        <p:nvSpPr>
          <p:cNvPr id="6" name="privacy-zone-title"/>
          <p:cNvSpPr>
            <a:spLocks noGrp="1"/>
          </p:cNvSpPr>
          <p:nvPr/>
        </p:nvSpPr>
        <p:spPr>
          <a:xfrm>
            <a:off x="1687830" y="2544445"/>
            <a:ext cx="1040765" cy="189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33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altLang="zh-CN" sz="8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lang="zh-CN" sz="8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隐私</a:t>
            </a:r>
            <a:r>
              <a:rPr lang="zh-CN" sz="8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仪表盘</a:t>
            </a:r>
            <a:endParaRPr lang="zh-CN" sz="800" b="1">
              <a:solidFill>
                <a:srgbClr val="D7252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privacy-grid"/>
          <p:cNvSpPr>
            <a:spLocks noGrp="1"/>
          </p:cNvSpPr>
          <p:nvPr/>
        </p:nvSpPr>
        <p:spPr>
          <a:xfrm>
            <a:off x="1647190" y="2793365"/>
            <a:ext cx="1122045" cy="129413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575">
            <a:solidFill>
              <a:srgbClr val="D8D8D8"/>
            </a:solidFill>
            <a:prstDash val="solid"/>
          </a:ln>
        </p:spPr>
      </p:sp>
      <p:sp>
        <p:nvSpPr>
          <p:cNvPr id="7" name="grid-v"/>
          <p:cNvSpPr>
            <a:spLocks noGrp="1"/>
          </p:cNvSpPr>
          <p:nvPr/>
        </p:nvSpPr>
        <p:spPr>
          <a:xfrm>
            <a:off x="2207895" y="2847975"/>
            <a:ext cx="0" cy="1176655"/>
          </a:xfrm>
          <a:prstGeom prst="line">
            <a:avLst/>
          </a:prstGeom>
          <a:noFill/>
          <a:ln w="7050">
            <a:solidFill>
              <a:srgbClr val="D8D8D8"/>
            </a:solidFill>
            <a:prstDash val="solid"/>
          </a:ln>
        </p:spPr>
      </p:sp>
      <p:sp>
        <p:nvSpPr>
          <p:cNvPr id="8" name="grid-h"/>
          <p:cNvSpPr>
            <a:spLocks noGrp="1"/>
          </p:cNvSpPr>
          <p:nvPr/>
        </p:nvSpPr>
        <p:spPr>
          <a:xfrm>
            <a:off x="1696720" y="3440430"/>
            <a:ext cx="1022985" cy="0"/>
          </a:xfrm>
          <a:prstGeom prst="line">
            <a:avLst/>
          </a:prstGeom>
          <a:noFill/>
          <a:ln w="7050">
            <a:solidFill>
              <a:srgbClr val="D8D8D8"/>
            </a:solidFill>
            <a:prstDash val="solid"/>
          </a:ln>
        </p:spPr>
      </p:sp>
      <p:sp>
        <p:nvSpPr>
          <p:cNvPr id="9" name="who-label"/>
          <p:cNvSpPr>
            <a:spLocks noGrp="1"/>
          </p:cNvSpPr>
          <p:nvPr/>
        </p:nvSpPr>
        <p:spPr>
          <a:xfrm>
            <a:off x="1696720" y="3110230"/>
            <a:ext cx="452755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6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</a:t>
            </a:r>
            <a:r>
              <a:rPr lang="zh-CN" altLang="en-US" sz="6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授权</a:t>
            </a:r>
            <a:endParaRPr lang="zh-CN" altLang="en-US" sz="6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0" name="purpose-label"/>
          <p:cNvSpPr>
            <a:spLocks noGrp="1"/>
          </p:cNvSpPr>
          <p:nvPr/>
        </p:nvSpPr>
        <p:spPr>
          <a:xfrm>
            <a:off x="2257425" y="3110230"/>
            <a:ext cx="470535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6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访问</a:t>
            </a:r>
            <a:r>
              <a:rPr lang="zh-CN" sz="6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审计</a:t>
            </a:r>
            <a:endParaRPr lang="zh-CN" sz="6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1" name="scope-label"/>
          <p:cNvSpPr>
            <a:spLocks noGrp="1"/>
          </p:cNvSpPr>
          <p:nvPr/>
        </p:nvSpPr>
        <p:spPr>
          <a:xfrm>
            <a:off x="1696720" y="3730625"/>
            <a:ext cx="452755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6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隐私</a:t>
            </a:r>
            <a:r>
              <a:rPr lang="zh-CN" altLang="en-US" sz="6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探针</a:t>
            </a:r>
            <a:endParaRPr lang="zh-CN" altLang="en-US" sz="6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consent-label"/>
          <p:cNvSpPr>
            <a:spLocks noGrp="1"/>
          </p:cNvSpPr>
          <p:nvPr/>
        </p:nvSpPr>
        <p:spPr>
          <a:xfrm>
            <a:off x="2257425" y="3730625"/>
            <a:ext cx="470535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6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</a:t>
            </a:r>
            <a:r>
              <a:rPr lang="zh-CN" sz="6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校验</a:t>
            </a:r>
            <a:endParaRPr lang="zh-CN" sz="6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context-min"/>
          <p:cNvSpPr>
            <a:spLocks noGrp="1"/>
          </p:cNvSpPr>
          <p:nvPr/>
        </p:nvSpPr>
        <p:spPr>
          <a:xfrm>
            <a:off x="1647190" y="4097020"/>
            <a:ext cx="1122045" cy="344170"/>
          </a:xfrm>
          <a:prstGeom prst="roundRect">
            <a:avLst>
              <a:gd name="adj" fmla="val 13158"/>
            </a:avLst>
          </a:prstGeom>
          <a:solidFill>
            <a:srgbClr val="FFF4F2">
              <a:alpha val="70000"/>
            </a:srgbClr>
          </a:solidFill>
          <a:ln w="10575">
            <a:solidFill>
              <a:srgbClr val="F2E4E4"/>
            </a:solidFill>
            <a:prstDash val="solid"/>
          </a:ln>
        </p:spPr>
      </p:sp>
      <p:sp>
        <p:nvSpPr>
          <p:cNvPr id="16" name="context-min-text"/>
          <p:cNvSpPr>
            <a:spLocks noGrp="1"/>
          </p:cNvSpPr>
          <p:nvPr/>
        </p:nvSpPr>
        <p:spPr>
          <a:xfrm>
            <a:off x="1701165" y="4137660"/>
            <a:ext cx="1013460" cy="2622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945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6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Context Minimization</a:t>
            </a:r>
            <a:endParaRPr sz="600" b="1">
              <a:solidFill>
                <a:srgbClr val="D7252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buNone/>
              <a:defRPr sz="945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最小化 / 脱敏 / 裁剪</a:t>
            </a:r>
            <a:endParaRPr sz="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min-context"/>
          <p:cNvSpPr>
            <a:spLocks noGrp="1"/>
          </p:cNvSpPr>
          <p:nvPr/>
        </p:nvSpPr>
        <p:spPr>
          <a:xfrm>
            <a:off x="3003550" y="3157855"/>
            <a:ext cx="506730" cy="74739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0575">
            <a:solidFill>
              <a:srgbClr val="C7C7C7"/>
            </a:solidFill>
            <a:prstDash val="solid"/>
          </a:ln>
        </p:spPr>
      </p:sp>
      <p:sp>
        <p:nvSpPr>
          <p:cNvPr id="31" name="min-context-text"/>
          <p:cNvSpPr>
            <a:spLocks noGrp="1"/>
          </p:cNvSpPr>
          <p:nvPr/>
        </p:nvSpPr>
        <p:spPr>
          <a:xfrm>
            <a:off x="3008630" y="3335655"/>
            <a:ext cx="48133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altLang="zh-CN" sz="7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AI-SAFE Privacy Engine</a:t>
            </a:r>
            <a:endParaRPr lang="en-US" altLang="zh-CN" sz="7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agent-node-0"/>
          <p:cNvSpPr>
            <a:spLocks noGrp="1"/>
          </p:cNvSpPr>
          <p:nvPr/>
        </p:nvSpPr>
        <p:spPr>
          <a:xfrm>
            <a:off x="3639185" y="2644140"/>
            <a:ext cx="692785" cy="38925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575">
            <a:solidFill>
              <a:srgbClr val="BEBEBE"/>
            </a:solidFill>
            <a:prstDash val="solid"/>
          </a:ln>
        </p:spPr>
      </p:sp>
      <p:sp>
        <p:nvSpPr>
          <p:cNvPr id="40" name="agent-node-label-0"/>
          <p:cNvSpPr>
            <a:spLocks noGrp="1"/>
          </p:cNvSpPr>
          <p:nvPr/>
        </p:nvSpPr>
        <p:spPr>
          <a:xfrm>
            <a:off x="3910330" y="2702560"/>
            <a:ext cx="370840" cy="271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60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Carmind</a:t>
            </a:r>
            <a:endParaRPr sz="60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60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sz="60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agent-node-1"/>
          <p:cNvSpPr>
            <a:spLocks noGrp="1"/>
          </p:cNvSpPr>
          <p:nvPr/>
        </p:nvSpPr>
        <p:spPr>
          <a:xfrm>
            <a:off x="3639185" y="3327400"/>
            <a:ext cx="692785" cy="38925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575">
            <a:solidFill>
              <a:srgbClr val="BEBEBE"/>
            </a:solidFill>
            <a:prstDash val="solid"/>
          </a:ln>
        </p:spPr>
      </p:sp>
      <p:sp>
        <p:nvSpPr>
          <p:cNvPr id="44" name="agent-node-label-1"/>
          <p:cNvSpPr>
            <a:spLocks noGrp="1"/>
          </p:cNvSpPr>
          <p:nvPr/>
        </p:nvSpPr>
        <p:spPr>
          <a:xfrm>
            <a:off x="3910330" y="3386455"/>
            <a:ext cx="370840" cy="271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70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第三方</a:t>
            </a:r>
            <a:endParaRPr sz="70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70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sz="70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agent-node-2"/>
          <p:cNvSpPr>
            <a:spLocks noGrp="1"/>
          </p:cNvSpPr>
          <p:nvPr/>
        </p:nvSpPr>
        <p:spPr>
          <a:xfrm>
            <a:off x="3639185" y="3997325"/>
            <a:ext cx="692785" cy="38925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0575">
            <a:solidFill>
              <a:srgbClr val="BEBEBE"/>
            </a:solidFill>
            <a:prstDash val="solid"/>
          </a:ln>
        </p:spPr>
      </p:sp>
      <p:sp>
        <p:nvSpPr>
          <p:cNvPr id="77" name="agent-node-label-2"/>
          <p:cNvSpPr>
            <a:spLocks noGrp="1"/>
          </p:cNvSpPr>
          <p:nvPr/>
        </p:nvSpPr>
        <p:spPr>
          <a:xfrm>
            <a:off x="3910330" y="4056380"/>
            <a:ext cx="370840" cy="271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60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云端模型 /</a:t>
            </a:r>
            <a:endParaRPr sz="60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buNone/>
              <a:defRPr sz="945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600" b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Skill</a:t>
            </a:r>
            <a:endParaRPr sz="600" b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9" name="secure-label"/>
          <p:cNvSpPr>
            <a:spLocks noGrp="1"/>
          </p:cNvSpPr>
          <p:nvPr/>
        </p:nvSpPr>
        <p:spPr>
          <a:xfrm>
            <a:off x="2571115" y="4866005"/>
            <a:ext cx="12033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量子安全通道</a:t>
            </a:r>
            <a:endParaRPr sz="1000" b="1">
              <a:solidFill>
                <a:srgbClr val="D7252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7" name="plan-title"/>
          <p:cNvSpPr>
            <a:spLocks noGrp="1"/>
          </p:cNvSpPr>
          <p:nvPr/>
        </p:nvSpPr>
        <p:spPr>
          <a:xfrm>
            <a:off x="7874635" y="1704975"/>
            <a:ext cx="95059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</a:t>
            </a:r>
            <a:r>
              <a:rPr lang="zh-CN" sz="14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步走</a:t>
            </a:r>
            <a:endParaRPr lang="zh-CN" sz="14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0" name="phase-sub-0"/>
          <p:cNvSpPr>
            <a:spLocks noGrp="1"/>
          </p:cNvSpPr>
          <p:nvPr/>
        </p:nvSpPr>
        <p:spPr>
          <a:xfrm>
            <a:off x="4605020" y="2040255"/>
            <a:ext cx="2035810" cy="3282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Privacy Probe</a:t>
            </a: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 看得见</a:t>
            </a:r>
            <a:endParaRPr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1" name="phase-body-0"/>
          <p:cNvSpPr>
            <a:spLocks noGrp="1"/>
          </p:cNvSpPr>
          <p:nvPr/>
        </p:nvSpPr>
        <p:spPr>
          <a:xfrm>
            <a:off x="5283835" y="2510790"/>
            <a:ext cx="1357630" cy="1039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安心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</a:t>
            </a: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altLang="zh-CN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安心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altLang="zh-CN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隐私锁</a:t>
            </a: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114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8" name="phase-sub-1"/>
          <p:cNvSpPr>
            <a:spLocks noGrp="1"/>
          </p:cNvSpPr>
          <p:nvPr/>
        </p:nvSpPr>
        <p:spPr>
          <a:xfrm>
            <a:off x="7112635" y="2082165"/>
            <a:ext cx="2099945" cy="240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  <a:defRPr sz="10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alt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Privacy Context Broker</a:t>
            </a:r>
            <a:r>
              <a:rPr sz="1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 </a:t>
            </a:r>
            <a:r>
              <a:rPr sz="1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管得住</a:t>
            </a:r>
            <a:endParaRPr sz="10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9" name="kpi-heading"/>
          <p:cNvSpPr>
            <a:spLocks noGrp="1"/>
          </p:cNvSpPr>
          <p:nvPr/>
        </p:nvSpPr>
        <p:spPr>
          <a:xfrm>
            <a:off x="416560" y="5450840"/>
            <a:ext cx="2036445" cy="1631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9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关键指标</a:t>
            </a:r>
            <a:endParaRPr sz="14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0" name="kpi-band"/>
          <p:cNvSpPr>
            <a:spLocks noGrp="1"/>
          </p:cNvSpPr>
          <p:nvPr/>
        </p:nvSpPr>
        <p:spPr>
          <a:xfrm>
            <a:off x="348615" y="5634355"/>
            <a:ext cx="11414125" cy="783590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 w="10575">
            <a:solidFill>
              <a:srgbClr val="D4D4D4"/>
            </a:solidFill>
            <a:prstDash val="solid"/>
          </a:ln>
        </p:spPr>
      </p:sp>
      <p:sp>
        <p:nvSpPr>
          <p:cNvPr id="191" name="kpi-1"/>
          <p:cNvSpPr>
            <a:spLocks noGrp="1"/>
          </p:cNvSpPr>
          <p:nvPr/>
        </p:nvSpPr>
        <p:spPr>
          <a:xfrm>
            <a:off x="541655" y="5699125"/>
            <a:ext cx="2462530" cy="647065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10575">
            <a:solidFill>
              <a:srgbClr val="CFCFCF"/>
            </a:solidFill>
            <a:prstDash val="solid"/>
          </a:ln>
        </p:spPr>
      </p:sp>
      <p:sp>
        <p:nvSpPr>
          <p:cNvPr id="192" name="kpi-sep-1"/>
          <p:cNvSpPr>
            <a:spLocks noGrp="1"/>
          </p:cNvSpPr>
          <p:nvPr/>
        </p:nvSpPr>
        <p:spPr>
          <a:xfrm>
            <a:off x="1283970" y="5825490"/>
            <a:ext cx="0" cy="398145"/>
          </a:xfrm>
          <a:prstGeom prst="line">
            <a:avLst/>
          </a:prstGeom>
          <a:noFill/>
          <a:ln w="7050">
            <a:solidFill>
              <a:srgbClr val="D8D8D8"/>
            </a:solidFill>
            <a:prstDash val="solid"/>
          </a:ln>
        </p:spPr>
      </p:sp>
      <p:sp>
        <p:nvSpPr>
          <p:cNvPr id="193" name="kpi-label-1"/>
          <p:cNvSpPr>
            <a:spLocks noGrp="1"/>
          </p:cNvSpPr>
          <p:nvPr/>
        </p:nvSpPr>
        <p:spPr>
          <a:xfrm>
            <a:off x="1419225" y="5794375"/>
            <a:ext cx="1522730" cy="189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  <a:buNone/>
              <a:defRPr sz="111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项目约定敏感 </a:t>
            </a:r>
            <a:r>
              <a:rPr lang="en-US" altLang="zh-CN"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lang="zh-CN" altLang="en-US"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数据授权场景覆盖率 </a:t>
            </a:r>
            <a:endParaRPr lang="zh-CN" altLang="en-US" sz="10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4" name="kpi-value-1"/>
          <p:cNvSpPr>
            <a:spLocks noGrp="1"/>
          </p:cNvSpPr>
          <p:nvPr/>
        </p:nvSpPr>
        <p:spPr>
          <a:xfrm>
            <a:off x="1419225" y="6169025"/>
            <a:ext cx="1113155" cy="248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  <a:defRPr sz="1665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sz="12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6" name="kpi-accent-1"/>
          <p:cNvSpPr>
            <a:spLocks noGrp="1"/>
          </p:cNvSpPr>
          <p:nvPr/>
        </p:nvSpPr>
        <p:spPr>
          <a:xfrm>
            <a:off x="2257425" y="6007100"/>
            <a:ext cx="701675" cy="271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2385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100%</a:t>
            </a:r>
            <a:endParaRPr sz="1200" b="1">
              <a:solidFill>
                <a:srgbClr val="D7252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7" name="kpi-2"/>
          <p:cNvSpPr>
            <a:spLocks noGrp="1"/>
          </p:cNvSpPr>
          <p:nvPr/>
        </p:nvSpPr>
        <p:spPr>
          <a:xfrm>
            <a:off x="3851275" y="5699125"/>
            <a:ext cx="2099945" cy="647065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10575">
            <a:solidFill>
              <a:srgbClr val="CFCFCF"/>
            </a:solidFill>
            <a:prstDash val="solid"/>
          </a:ln>
        </p:spPr>
      </p:sp>
      <p:sp>
        <p:nvSpPr>
          <p:cNvPr id="198" name="kpi-sep-2"/>
          <p:cNvSpPr>
            <a:spLocks noGrp="1"/>
          </p:cNvSpPr>
          <p:nvPr/>
        </p:nvSpPr>
        <p:spPr>
          <a:xfrm>
            <a:off x="4593590" y="5825490"/>
            <a:ext cx="0" cy="398145"/>
          </a:xfrm>
          <a:prstGeom prst="line">
            <a:avLst/>
          </a:prstGeom>
          <a:noFill/>
          <a:ln w="7050">
            <a:solidFill>
              <a:srgbClr val="D8D8D8"/>
            </a:solidFill>
            <a:prstDash val="solid"/>
          </a:ln>
        </p:spPr>
      </p:sp>
      <p:sp>
        <p:nvSpPr>
          <p:cNvPr id="199" name="kpi-label-2"/>
          <p:cNvSpPr>
            <a:spLocks noGrp="1"/>
          </p:cNvSpPr>
          <p:nvPr/>
        </p:nvSpPr>
        <p:spPr>
          <a:xfrm>
            <a:off x="4729480" y="5794375"/>
            <a:ext cx="1221105" cy="189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  <a:buNone/>
              <a:defRPr sz="111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 AI 数据访问</a:t>
            </a:r>
            <a:r>
              <a:rPr lang="zh-CN"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</a:t>
            </a:r>
            <a:r>
              <a:rPr lang="zh-CN"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追溯</a:t>
            </a:r>
            <a:endParaRPr lang="zh-CN" sz="10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0" name="kpi-value-2"/>
          <p:cNvSpPr>
            <a:spLocks noGrp="1"/>
          </p:cNvSpPr>
          <p:nvPr/>
        </p:nvSpPr>
        <p:spPr>
          <a:xfrm>
            <a:off x="5369560" y="6030595"/>
            <a:ext cx="506730" cy="248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  <a:defRPr sz="1665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sz="12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1" name="kpi-accent-2"/>
          <p:cNvSpPr>
            <a:spLocks noGrp="1"/>
          </p:cNvSpPr>
          <p:nvPr/>
        </p:nvSpPr>
        <p:spPr>
          <a:xfrm>
            <a:off x="5136515" y="6007100"/>
            <a:ext cx="701675" cy="271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2385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100%</a:t>
            </a:r>
            <a:endParaRPr sz="1200" b="1">
              <a:solidFill>
                <a:srgbClr val="D7252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7" name="kpi-4"/>
          <p:cNvSpPr>
            <a:spLocks noGrp="1"/>
          </p:cNvSpPr>
          <p:nvPr/>
        </p:nvSpPr>
        <p:spPr>
          <a:xfrm>
            <a:off x="9359265" y="5699125"/>
            <a:ext cx="2331085" cy="647065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10575">
            <a:solidFill>
              <a:srgbClr val="CFCFCF"/>
            </a:solidFill>
            <a:prstDash val="solid"/>
          </a:ln>
        </p:spPr>
      </p:sp>
      <p:sp>
        <p:nvSpPr>
          <p:cNvPr id="208" name="kpi-sep-4"/>
          <p:cNvSpPr>
            <a:spLocks noGrp="1"/>
          </p:cNvSpPr>
          <p:nvPr/>
        </p:nvSpPr>
        <p:spPr>
          <a:xfrm>
            <a:off x="10101580" y="5825490"/>
            <a:ext cx="0" cy="398145"/>
          </a:xfrm>
          <a:prstGeom prst="line">
            <a:avLst/>
          </a:prstGeom>
          <a:noFill/>
          <a:ln w="7050">
            <a:solidFill>
              <a:srgbClr val="D8D8D8"/>
            </a:solidFill>
            <a:prstDash val="solid"/>
          </a:ln>
        </p:spPr>
      </p:sp>
      <p:sp>
        <p:nvSpPr>
          <p:cNvPr id="209" name="kpi-label-4"/>
          <p:cNvSpPr>
            <a:spLocks noGrp="1"/>
          </p:cNvSpPr>
          <p:nvPr/>
        </p:nvSpPr>
        <p:spPr>
          <a:xfrm>
            <a:off x="10237470" y="5794375"/>
            <a:ext cx="1022350" cy="252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  <a:buNone/>
              <a:defRPr sz="111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敏感车云 </a:t>
            </a:r>
            <a:r>
              <a:rPr lang="en-US" altLang="zh-CN"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lang="zh-CN" altLang="en-US"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数据安全传输覆盖率</a:t>
            </a:r>
            <a:endParaRPr lang="zh-CN" altLang="en-US" sz="10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0" name="kpi-value-4"/>
          <p:cNvSpPr>
            <a:spLocks noGrp="1"/>
          </p:cNvSpPr>
          <p:nvPr/>
        </p:nvSpPr>
        <p:spPr>
          <a:xfrm>
            <a:off x="10237470" y="6007735"/>
            <a:ext cx="1267460" cy="248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1" name="kpi5-accent"/>
          <p:cNvSpPr>
            <a:spLocks noGrp="1"/>
          </p:cNvSpPr>
          <p:nvPr/>
        </p:nvSpPr>
        <p:spPr>
          <a:xfrm>
            <a:off x="11228705" y="6125210"/>
            <a:ext cx="4292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  <a:defRPr sz="1555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2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100%</a:t>
            </a:r>
            <a:endParaRPr lang="en-US" sz="1200" b="1">
              <a:solidFill>
                <a:srgbClr val="D7252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20" name="图片 219" descr="AI-SAFE-icons-all-red-transparent-v2"/>
          <p:cNvPicPr>
            <a:picLocks noChangeAspect="1"/>
          </p:cNvPicPr>
          <p:nvPr/>
        </p:nvPicPr>
        <p:blipFill>
          <a:blip r:embed="rId7">
            <a:grayscl/>
          </a:blip>
          <a:srcRect l="4784" t="72052" r="84953" b="10162"/>
          <a:stretch>
            <a:fillRect/>
          </a:stretch>
        </p:blipFill>
        <p:spPr>
          <a:xfrm>
            <a:off x="718185" y="5830570"/>
            <a:ext cx="344170" cy="398145"/>
          </a:xfrm>
          <a:prstGeom prst="rect">
            <a:avLst/>
          </a:prstGeom>
        </p:spPr>
      </p:pic>
      <p:pic>
        <p:nvPicPr>
          <p:cNvPr id="222" name="图片 221" descr="AI-SAFE-icons-all-red-transparent-v2"/>
          <p:cNvPicPr>
            <a:picLocks noChangeAspect="1"/>
          </p:cNvPicPr>
          <p:nvPr/>
        </p:nvPicPr>
        <p:blipFill>
          <a:blip r:embed="rId7">
            <a:grayscl/>
          </a:blip>
          <a:srcRect l="20251" t="73126" r="69486" b="9088"/>
          <a:stretch>
            <a:fillRect/>
          </a:stretch>
        </p:blipFill>
        <p:spPr>
          <a:xfrm>
            <a:off x="4077335" y="5830570"/>
            <a:ext cx="344170" cy="39814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6715125" y="5699125"/>
            <a:ext cx="1963420" cy="646430"/>
            <a:chOff x="11403" y="8975"/>
            <a:chExt cx="3092" cy="1018"/>
          </a:xfrm>
        </p:grpSpPr>
        <p:sp>
          <p:nvSpPr>
            <p:cNvPr id="202" name="kpi-3"/>
            <p:cNvSpPr>
              <a:spLocks noGrp="1"/>
            </p:cNvSpPr>
            <p:nvPr/>
          </p:nvSpPr>
          <p:spPr>
            <a:xfrm>
              <a:off x="11403" y="8975"/>
              <a:ext cx="3093" cy="1019"/>
            </a:xfrm>
            <a:prstGeom prst="roundRect">
              <a:avLst>
                <a:gd name="adj" fmla="val 9790"/>
              </a:avLst>
            </a:prstGeom>
            <a:solidFill>
              <a:srgbClr val="FFFFFF"/>
            </a:solidFill>
            <a:ln w="10575">
              <a:solidFill>
                <a:srgbClr val="CFCFCF"/>
              </a:solidFill>
              <a:prstDash val="solid"/>
            </a:ln>
          </p:spPr>
        </p:sp>
        <p:sp>
          <p:nvSpPr>
            <p:cNvPr id="203" name="kpi-sep-3"/>
            <p:cNvSpPr>
              <a:spLocks noGrp="1"/>
            </p:cNvSpPr>
            <p:nvPr/>
          </p:nvSpPr>
          <p:spPr>
            <a:xfrm>
              <a:off x="12572" y="9174"/>
              <a:ext cx="0" cy="627"/>
            </a:xfrm>
            <a:prstGeom prst="line">
              <a:avLst/>
            </a:prstGeom>
            <a:noFill/>
            <a:ln w="7050">
              <a:solidFill>
                <a:srgbClr val="D8D8D8"/>
              </a:solidFill>
              <a:prstDash val="solid"/>
            </a:ln>
          </p:spPr>
        </p:sp>
        <p:sp>
          <p:nvSpPr>
            <p:cNvPr id="204" name="kpi-label-3"/>
            <p:cNvSpPr>
              <a:spLocks noGrp="1"/>
            </p:cNvSpPr>
            <p:nvPr/>
          </p:nvSpPr>
          <p:spPr>
            <a:xfrm>
              <a:off x="12786" y="9125"/>
              <a:ext cx="1269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/>
            <a:lstStyle/>
            <a:p>
              <a:pPr algn="l">
                <a:lnSpc>
                  <a:spcPct val="150000"/>
                </a:lnSpc>
                <a:buNone/>
                <a:defRPr sz="1110" b="1">
                  <a:solidFill>
                    <a:srgbClr val="1111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defRPr>
              </a:pPr>
              <a:r>
                <a:rPr lang="zh-CN" altLang="en-US" sz="1000" b="1">
                  <a:solidFill>
                    <a:srgbClr val="1111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用户授权撤销成功率</a:t>
              </a:r>
              <a:endParaRPr lang="zh-CN" altLang="en-US" sz="10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5" name="kpi-value-3"/>
            <p:cNvSpPr>
              <a:spLocks noGrp="1"/>
            </p:cNvSpPr>
            <p:nvPr/>
          </p:nvSpPr>
          <p:spPr>
            <a:xfrm>
              <a:off x="12786" y="9461"/>
              <a:ext cx="1418" cy="39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/>
            <a:lstStyle/>
            <a:p>
              <a:pPr algn="l">
                <a:lnSpc>
                  <a:spcPct val="100000"/>
                </a:lnSpc>
                <a:buNone/>
                <a:defRPr sz="1665" b="1">
                  <a:solidFill>
                    <a:srgbClr val="1111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defRPr>
              </a:pPr>
              <a:endParaRPr sz="12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6" name="kpi-accent-3"/>
            <p:cNvSpPr>
              <a:spLocks noGrp="1"/>
            </p:cNvSpPr>
            <p:nvPr/>
          </p:nvSpPr>
          <p:spPr>
            <a:xfrm>
              <a:off x="13212" y="9461"/>
              <a:ext cx="1105" cy="42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100000"/>
                </a:lnSpc>
                <a:buNone/>
                <a:defRPr sz="2385" b="1">
                  <a:solidFill>
                    <a:srgbClr val="D725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defRPr>
              </a:pPr>
              <a:r>
                <a:rPr sz="1200" b="1">
                  <a:solidFill>
                    <a:srgbClr val="D725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100%</a:t>
              </a:r>
              <a:endParaRPr sz="12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pic>
          <p:nvPicPr>
            <p:cNvPr id="224" name="图片 223" descr="AI-SAFE-icons-all-red-transparent-v2"/>
            <p:cNvPicPr>
              <a:picLocks noChangeAspect="1"/>
            </p:cNvPicPr>
            <p:nvPr/>
          </p:nvPicPr>
          <p:blipFill>
            <a:blip r:embed="rId7">
              <a:grayscl/>
            </a:blip>
            <a:srcRect l="35852" t="72762" r="53885" b="9452"/>
            <a:stretch>
              <a:fillRect/>
            </a:stretch>
          </p:blipFill>
          <p:spPr>
            <a:xfrm>
              <a:off x="11683" y="9182"/>
              <a:ext cx="542" cy="627"/>
            </a:xfrm>
            <a:prstGeom prst="rect">
              <a:avLst/>
            </a:prstGeom>
          </p:spPr>
        </p:pic>
      </p:grpSp>
      <p:pic>
        <p:nvPicPr>
          <p:cNvPr id="225" name="图片 224" descr="AI-SAFE-icons-all-red-transparent-v2"/>
          <p:cNvPicPr>
            <a:picLocks noChangeAspect="1"/>
          </p:cNvPicPr>
          <p:nvPr/>
        </p:nvPicPr>
        <p:blipFill>
          <a:blip r:embed="rId7">
            <a:grayscl/>
          </a:blip>
          <a:srcRect l="51040" t="72580" r="36557" b="9634"/>
          <a:stretch>
            <a:fillRect/>
          </a:stretch>
        </p:blipFill>
        <p:spPr>
          <a:xfrm>
            <a:off x="9545320" y="5830570"/>
            <a:ext cx="415925" cy="398145"/>
          </a:xfrm>
          <a:prstGeom prst="rect">
            <a:avLst/>
          </a:prstGeom>
        </p:spPr>
      </p:pic>
      <p:pic>
        <p:nvPicPr>
          <p:cNvPr id="227" name="图片 226" descr="AI-SAFE-icons-all-black-transparent-v2"/>
          <p:cNvPicPr>
            <a:picLocks noChangeAspect="1"/>
          </p:cNvPicPr>
          <p:nvPr/>
        </p:nvPicPr>
        <p:blipFill>
          <a:blip r:embed="rId8"/>
          <a:srcRect l="2925" t="5086" r="82579" b="74886"/>
          <a:stretch>
            <a:fillRect/>
          </a:stretch>
        </p:blipFill>
        <p:spPr>
          <a:xfrm>
            <a:off x="1755140" y="2844165"/>
            <a:ext cx="303530" cy="279400"/>
          </a:xfrm>
          <a:prstGeom prst="rect">
            <a:avLst/>
          </a:prstGeom>
        </p:spPr>
      </p:pic>
      <p:pic>
        <p:nvPicPr>
          <p:cNvPr id="228" name="图片 227" descr="AI-SAFE-icons-all-black-transparent-v2"/>
          <p:cNvPicPr>
            <a:picLocks noChangeAspect="1"/>
          </p:cNvPicPr>
          <p:nvPr/>
        </p:nvPicPr>
        <p:blipFill>
          <a:blip r:embed="rId8"/>
          <a:srcRect l="34119" t="48241" r="51385" b="31731"/>
          <a:stretch>
            <a:fillRect/>
          </a:stretch>
        </p:blipFill>
        <p:spPr>
          <a:xfrm>
            <a:off x="1771015" y="3470910"/>
            <a:ext cx="303530" cy="279400"/>
          </a:xfrm>
          <a:prstGeom prst="rect">
            <a:avLst/>
          </a:prstGeom>
        </p:spPr>
      </p:pic>
      <p:pic>
        <p:nvPicPr>
          <p:cNvPr id="229" name="图片 228" descr="AI-SAFE-icons-all-black-transparent-v2"/>
          <p:cNvPicPr>
            <a:picLocks noChangeAspect="1"/>
          </p:cNvPicPr>
          <p:nvPr/>
        </p:nvPicPr>
        <p:blipFill>
          <a:blip r:embed="rId8"/>
          <a:srcRect l="49804" t="48913" r="35700" b="31059"/>
          <a:stretch>
            <a:fillRect/>
          </a:stretch>
        </p:blipFill>
        <p:spPr>
          <a:xfrm>
            <a:off x="2320925" y="3470910"/>
            <a:ext cx="303530" cy="279400"/>
          </a:xfrm>
          <a:prstGeom prst="rect">
            <a:avLst/>
          </a:prstGeom>
        </p:spPr>
      </p:pic>
      <p:pic>
        <p:nvPicPr>
          <p:cNvPr id="230" name="图片 229" descr="AI-SAFE-icons-all-black-transparent-v2"/>
          <p:cNvPicPr>
            <a:picLocks noChangeAspect="1"/>
          </p:cNvPicPr>
          <p:nvPr/>
        </p:nvPicPr>
        <p:blipFill>
          <a:blip r:embed="rId8"/>
          <a:srcRect l="18630" t="48387" r="66874" b="31965"/>
          <a:stretch>
            <a:fillRect/>
          </a:stretch>
        </p:blipFill>
        <p:spPr>
          <a:xfrm>
            <a:off x="2320925" y="2847975"/>
            <a:ext cx="303530" cy="273685"/>
          </a:xfrm>
          <a:prstGeom prst="rect">
            <a:avLst/>
          </a:prstGeom>
        </p:spPr>
      </p:pic>
      <p:sp>
        <p:nvSpPr>
          <p:cNvPr id="231" name="矩形 230"/>
          <p:cNvSpPr/>
          <p:nvPr/>
        </p:nvSpPr>
        <p:spPr>
          <a:xfrm>
            <a:off x="2934970" y="4646930"/>
            <a:ext cx="415925" cy="231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2" name="图片 231" descr="secure-channel-lock-icon-transparen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2260" y="4578985"/>
            <a:ext cx="601980" cy="339090"/>
          </a:xfrm>
          <a:prstGeom prst="rect">
            <a:avLst/>
          </a:prstGeom>
        </p:spPr>
      </p:pic>
      <p:pic>
        <p:nvPicPr>
          <p:cNvPr id="233" name="图片 232" descr="AI-SAFE-icons-all-black-transparent-v2"/>
          <p:cNvPicPr>
            <a:picLocks noChangeAspect="1"/>
          </p:cNvPicPr>
          <p:nvPr/>
        </p:nvPicPr>
        <p:blipFill>
          <a:blip r:embed="rId8"/>
          <a:srcRect l="50252" t="70549" r="35252" b="9423"/>
          <a:stretch>
            <a:fillRect/>
          </a:stretch>
        </p:blipFill>
        <p:spPr>
          <a:xfrm>
            <a:off x="3674110" y="4066540"/>
            <a:ext cx="238760" cy="220345"/>
          </a:xfrm>
          <a:prstGeom prst="rect">
            <a:avLst/>
          </a:prstGeom>
        </p:spPr>
      </p:pic>
      <p:pic>
        <p:nvPicPr>
          <p:cNvPr id="234" name="图片 233" descr="AI-SAFE-icons-all-black-transparent-v2"/>
          <p:cNvPicPr>
            <a:picLocks noChangeAspect="1"/>
          </p:cNvPicPr>
          <p:nvPr/>
        </p:nvPicPr>
        <p:blipFill>
          <a:blip r:embed="rId8"/>
          <a:srcRect l="81347" t="48926" r="4157" b="31046"/>
          <a:stretch>
            <a:fillRect/>
          </a:stretch>
        </p:blipFill>
        <p:spPr>
          <a:xfrm>
            <a:off x="3674110" y="3399790"/>
            <a:ext cx="238760" cy="220345"/>
          </a:xfrm>
          <a:prstGeom prst="rect">
            <a:avLst/>
          </a:prstGeom>
        </p:spPr>
      </p:pic>
      <p:pic>
        <p:nvPicPr>
          <p:cNvPr id="235" name="图片 234" descr="AI-SAFE-icons-all-black-transparent-v2"/>
          <p:cNvPicPr>
            <a:picLocks noChangeAspect="1"/>
          </p:cNvPicPr>
          <p:nvPr/>
        </p:nvPicPr>
        <p:blipFill>
          <a:blip r:embed="rId8"/>
          <a:srcRect l="2806" t="48889" r="82698" b="31083"/>
          <a:stretch>
            <a:fillRect/>
          </a:stretch>
        </p:blipFill>
        <p:spPr>
          <a:xfrm>
            <a:off x="3674110" y="2734310"/>
            <a:ext cx="238760" cy="220345"/>
          </a:xfrm>
          <a:prstGeom prst="rect">
            <a:avLst/>
          </a:prstGeom>
        </p:spPr>
      </p:pic>
      <p:cxnSp>
        <p:nvCxnSpPr>
          <p:cNvPr id="240" name="曲线连接符 239"/>
          <p:cNvCxnSpPr>
            <a:stCxn id="20" idx="3"/>
            <a:endCxn id="42" idx="1"/>
          </p:cNvCxnSpPr>
          <p:nvPr/>
        </p:nvCxnSpPr>
        <p:spPr>
          <a:xfrm flipV="1">
            <a:off x="3510280" y="3522345"/>
            <a:ext cx="128905" cy="9525"/>
          </a:xfrm>
          <a:prstGeom prst="curvedConnector3">
            <a:avLst>
              <a:gd name="adj1" fmla="val 50246"/>
            </a:avLst>
          </a:prstGeom>
          <a:ln w="6350" cap="rnd" cmpd="sng">
            <a:solidFill>
              <a:srgbClr val="777777"/>
            </a:solidFill>
            <a:prstDash val="solid"/>
            <a:miter lim="800000"/>
            <a:headEnd type="none" w="lg" len="med"/>
            <a:tailEnd type="triangle" w="sm" len="sm"/>
          </a:ln>
        </p:spPr>
      </p:cxnSp>
      <p:cxnSp>
        <p:nvCxnSpPr>
          <p:cNvPr id="241" name="曲线连接符 240"/>
          <p:cNvCxnSpPr>
            <a:stCxn id="20" idx="3"/>
            <a:endCxn id="46" idx="1"/>
          </p:cNvCxnSpPr>
          <p:nvPr/>
        </p:nvCxnSpPr>
        <p:spPr>
          <a:xfrm>
            <a:off x="3510280" y="3531870"/>
            <a:ext cx="128905" cy="660400"/>
          </a:xfrm>
          <a:prstGeom prst="curvedConnector3">
            <a:avLst>
              <a:gd name="adj1" fmla="val 50246"/>
            </a:avLst>
          </a:prstGeom>
          <a:ln w="6350" cap="rnd" cmpd="sng">
            <a:solidFill>
              <a:srgbClr val="777777"/>
            </a:solidFill>
            <a:prstDash val="solid"/>
            <a:miter lim="800000"/>
            <a:headEnd type="none" w="lg" len="med"/>
            <a:tailEnd type="triangle" w="sm" len="sm"/>
          </a:ln>
        </p:spPr>
      </p:cxnSp>
      <p:cxnSp>
        <p:nvCxnSpPr>
          <p:cNvPr id="242" name="曲线连接符 241"/>
          <p:cNvCxnSpPr>
            <a:stCxn id="20" idx="3"/>
            <a:endCxn id="38" idx="1"/>
          </p:cNvCxnSpPr>
          <p:nvPr/>
        </p:nvCxnSpPr>
        <p:spPr>
          <a:xfrm flipV="1">
            <a:off x="3510280" y="2839085"/>
            <a:ext cx="128905" cy="692785"/>
          </a:xfrm>
          <a:prstGeom prst="curvedConnector3">
            <a:avLst>
              <a:gd name="adj1" fmla="val 50246"/>
            </a:avLst>
          </a:prstGeom>
          <a:ln w="6350" cap="rnd" cmpd="sng">
            <a:solidFill>
              <a:srgbClr val="777777"/>
            </a:solidFill>
            <a:prstDash val="solid"/>
            <a:miter lim="800000"/>
            <a:headEnd type="none" w="lg" len="med"/>
            <a:tailEnd type="triangle" w="sm" len="sm"/>
          </a:ln>
        </p:spPr>
      </p:cxnSp>
      <p:sp>
        <p:nvSpPr>
          <p:cNvPr id="251" name="文本框 250"/>
          <p:cNvSpPr txBox="1"/>
          <p:nvPr/>
        </p:nvSpPr>
        <p:spPr>
          <a:xfrm>
            <a:off x="349885" y="925830"/>
            <a:ext cx="11351895" cy="27368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algn="l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不改变 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Carmind Memory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核心逻辑，先建立 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数据使用的可见、可控与可追溯能力</a:t>
            </a:r>
            <a:endParaRPr lang="zh-CN" altLang="en-US" sz="14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52" name="图片 25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8980" y="2606040"/>
            <a:ext cx="640080" cy="720000"/>
          </a:xfrm>
          <a:prstGeom prst="rect">
            <a:avLst/>
          </a:prstGeom>
        </p:spPr>
      </p:pic>
      <p:pic>
        <p:nvPicPr>
          <p:cNvPr id="253" name="图片 252"/>
          <p:cNvPicPr/>
          <p:nvPr/>
        </p:nvPicPr>
        <p:blipFill>
          <a:blip r:embed="rId11"/>
          <a:stretch>
            <a:fillRect/>
          </a:stretch>
        </p:blipFill>
        <p:spPr>
          <a:xfrm>
            <a:off x="7137232" y="2593975"/>
            <a:ext cx="626745" cy="720000"/>
          </a:xfrm>
          <a:prstGeom prst="rect">
            <a:avLst/>
          </a:prstGeom>
        </p:spPr>
      </p:pic>
      <p:sp>
        <p:nvSpPr>
          <p:cNvPr id="255" name="文本框 254"/>
          <p:cNvSpPr txBox="1"/>
          <p:nvPr/>
        </p:nvSpPr>
        <p:spPr>
          <a:xfrm>
            <a:off x="4540885" y="3500755"/>
            <a:ext cx="2100580" cy="24447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algn="ctr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看得见 · 锁得住 · 查得到</a:t>
            </a:r>
            <a:endParaRPr lang="zh-CN" altLang="en-US" sz="8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8" name="右箭头 257"/>
          <p:cNvSpPr/>
          <p:nvPr/>
        </p:nvSpPr>
        <p:spPr>
          <a:xfrm>
            <a:off x="6681470" y="2875915"/>
            <a:ext cx="344805" cy="18351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右箭头 258"/>
          <p:cNvSpPr/>
          <p:nvPr/>
        </p:nvSpPr>
        <p:spPr>
          <a:xfrm>
            <a:off x="9185275" y="2819400"/>
            <a:ext cx="344805" cy="18351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phase-body-0"/>
          <p:cNvSpPr>
            <a:spLocks noGrp="1"/>
          </p:cNvSpPr>
          <p:nvPr/>
        </p:nvSpPr>
        <p:spPr>
          <a:xfrm>
            <a:off x="7769225" y="2415540"/>
            <a:ext cx="1357630" cy="1039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altLang="zh-CN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身份 ×用途×数据类型授权</a:t>
            </a: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altLang="zh-CN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Context 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最小披露/ 脱敏</a:t>
            </a: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第三方 </a:t>
            </a:r>
            <a:r>
              <a:rPr lang="en-US" altLang="zh-CN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数据边界</a:t>
            </a: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7048500" y="3500755"/>
            <a:ext cx="2178685" cy="24447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algn="ctr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让不同 </a:t>
            </a:r>
            <a:r>
              <a:rPr lang="en-US" altLang="zh-CN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</a:t>
            </a: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只拿到完成任务最小</a:t>
            </a:r>
            <a:r>
              <a:rPr lang="en-US" altLang="zh-CN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Context</a:t>
            </a:r>
            <a:endParaRPr lang="en-US" altLang="zh-CN" sz="8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62" name="图片 261"/>
          <p:cNvPicPr/>
          <p:nvPr/>
        </p:nvPicPr>
        <p:blipFill>
          <a:blip r:embed="rId12"/>
          <a:stretch>
            <a:fillRect/>
          </a:stretch>
        </p:blipFill>
        <p:spPr>
          <a:xfrm>
            <a:off x="9580245" y="2607628"/>
            <a:ext cx="720000" cy="680085"/>
          </a:xfrm>
          <a:prstGeom prst="rect">
            <a:avLst/>
          </a:prstGeom>
        </p:spPr>
      </p:pic>
      <p:sp>
        <p:nvSpPr>
          <p:cNvPr id="263" name="phase-sub-1"/>
          <p:cNvSpPr>
            <a:spLocks noGrp="1"/>
          </p:cNvSpPr>
          <p:nvPr/>
        </p:nvSpPr>
        <p:spPr>
          <a:xfrm>
            <a:off x="9580245" y="2040255"/>
            <a:ext cx="2099945" cy="240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  <a:defRPr sz="1000" b="1">
                <a:solidFill>
                  <a:srgbClr val="D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Privacy </a:t>
            </a:r>
            <a:r>
              <a:rPr 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Control Plane</a:t>
            </a:r>
            <a:r>
              <a:rPr sz="1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 </a:t>
            </a:r>
            <a:r>
              <a:rPr lang="zh-CN" sz="1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持续</a:t>
            </a:r>
            <a:r>
              <a:rPr lang="zh-CN" sz="1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治理</a:t>
            </a:r>
            <a:endParaRPr lang="zh-CN" sz="1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4" name="phase-body-0"/>
          <p:cNvSpPr>
            <a:spLocks noGrp="1"/>
          </p:cNvSpPr>
          <p:nvPr/>
        </p:nvSpPr>
        <p:spPr>
          <a:xfrm>
            <a:off x="10300335" y="2404110"/>
            <a:ext cx="1357630" cy="1039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多车型多地域</a:t>
            </a:r>
            <a:r>
              <a:rPr lang="en-US" altLang="zh-CN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Profile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策略</a:t>
            </a: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</a:t>
            </a:r>
            <a:r>
              <a:rPr lang="en-US" altLang="zh-CN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Agent / MCP</a:t>
            </a: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生态复用</a:t>
            </a: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"/>
              <a:defRPr sz="945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800" b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区域化合规与量子安全通道协同</a:t>
            </a:r>
            <a:endParaRPr lang="zh-CN" altLang="en-US" sz="800" b="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9523095" y="3512185"/>
            <a:ext cx="2178685" cy="24447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algn="ctr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模型可换、</a:t>
            </a:r>
            <a:r>
              <a:rPr lang="en-US" altLang="zh-CN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</a:t>
            </a: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可加，数据边界由奇瑞定义</a:t>
            </a:r>
            <a:endParaRPr lang="zh-CN" altLang="en-US" sz="8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7" name="plan-title"/>
          <p:cNvSpPr>
            <a:spLocks noGrp="1"/>
          </p:cNvSpPr>
          <p:nvPr/>
        </p:nvSpPr>
        <p:spPr>
          <a:xfrm>
            <a:off x="7624445" y="3843655"/>
            <a:ext cx="95059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4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技术价值</a:t>
            </a:r>
            <a:endParaRPr lang="zh-CN" sz="14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4593590" y="4441190"/>
            <a:ext cx="1356995" cy="671830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algn="ctr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用户信任入口</a:t>
            </a:r>
            <a:endParaRPr lang="zh-CN" altLang="en-US" sz="1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 </a:t>
            </a:r>
            <a:r>
              <a:rPr lang="en-US" altLang="zh-CN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数据边界第一次变成用户可见、可控、可追溯的产品能力</a:t>
            </a:r>
            <a:endParaRPr lang="zh-CN" altLang="en-US" sz="8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6272530" y="4441190"/>
            <a:ext cx="1485265" cy="71691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spAutoFit/>
          </a:bodyPr>
          <a:p>
            <a:pPr algn="ctr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最小侵入集成</a:t>
            </a:r>
            <a:endParaRPr lang="zh-CN" altLang="en-US" sz="12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defTabSz="914400">
              <a:lnSpc>
                <a:spcPct val="150000"/>
              </a:lnSpc>
              <a:spcBef>
                <a:spcPct val="0"/>
              </a:spcBef>
            </a:pP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不改 </a:t>
            </a:r>
            <a:r>
              <a:rPr lang="en-US" altLang="zh-CN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Carmind Memory </a:t>
            </a: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核心逻辑，兼容现有能力体系</a:t>
            </a:r>
            <a:endParaRPr lang="zh-CN" altLang="en-US" sz="8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8206105" y="4441190"/>
            <a:ext cx="1312545" cy="762000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快速落地</a:t>
            </a:r>
            <a:endParaRPr lang="zh-CN" altLang="en-US" sz="1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Probe + Dashboard </a:t>
            </a: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先行，形成 </a:t>
            </a:r>
            <a:r>
              <a:rPr lang="en-US" altLang="zh-CN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TP1 </a:t>
            </a: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可交付闭环</a:t>
            </a:r>
            <a:endParaRPr lang="zh-CN" altLang="en-US" sz="8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9843770" y="4441190"/>
            <a:ext cx="1836420" cy="61531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沉淀奇瑞数据主权</a:t>
            </a:r>
            <a:endParaRPr lang="zh-CN" altLang="en-US" sz="12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为多车型、多 </a:t>
            </a:r>
            <a:r>
              <a:rPr lang="en-US" altLang="zh-CN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Agent、</a:t>
            </a: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多区域的 </a:t>
            </a:r>
            <a:r>
              <a:rPr lang="en-US" altLang="zh-CN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 </a:t>
            </a:r>
            <a:r>
              <a:rPr lang="zh-CN" altLang="en-US" sz="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数据策略打基础</a:t>
            </a:r>
            <a:endParaRPr lang="zh-CN" altLang="en-US" sz="8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72" name="图片 271"/>
          <p:cNvPicPr>
            <a:picLocks noChangeAspect="1"/>
          </p:cNvPicPr>
          <p:nvPr/>
        </p:nvPicPr>
        <p:blipFill>
          <a:blip r:embed="rId13">
            <a:grayscl/>
          </a:blip>
          <a:stretch>
            <a:fillRect/>
          </a:stretch>
        </p:blipFill>
        <p:spPr>
          <a:xfrm>
            <a:off x="5017770" y="3997525"/>
            <a:ext cx="508855" cy="431800"/>
          </a:xfrm>
          <a:prstGeom prst="rect">
            <a:avLst/>
          </a:prstGeom>
        </p:spPr>
      </p:pic>
      <p:pic>
        <p:nvPicPr>
          <p:cNvPr id="273" name="图片 272"/>
          <p:cNvPicPr>
            <a:picLocks noChangeAspect="1"/>
          </p:cNvPicPr>
          <p:nvPr/>
        </p:nvPicPr>
        <p:blipFill>
          <a:blip r:embed="rId14">
            <a:grayscl/>
          </a:blip>
          <a:stretch>
            <a:fillRect/>
          </a:stretch>
        </p:blipFill>
        <p:spPr>
          <a:xfrm>
            <a:off x="6729950" y="3997525"/>
            <a:ext cx="490220" cy="431800"/>
          </a:xfrm>
          <a:prstGeom prst="rect">
            <a:avLst/>
          </a:prstGeom>
        </p:spPr>
      </p:pic>
      <p:pic>
        <p:nvPicPr>
          <p:cNvPr id="274" name="图片 273"/>
          <p:cNvPicPr>
            <a:picLocks noChangeAspect="1"/>
          </p:cNvPicPr>
          <p:nvPr/>
        </p:nvPicPr>
        <p:blipFill>
          <a:blip r:embed="rId15">
            <a:grayscl/>
          </a:blip>
          <a:stretch>
            <a:fillRect/>
          </a:stretch>
        </p:blipFill>
        <p:spPr>
          <a:xfrm>
            <a:off x="8667970" y="4024830"/>
            <a:ext cx="481965" cy="431800"/>
          </a:xfrm>
          <a:prstGeom prst="rect">
            <a:avLst/>
          </a:prstGeom>
        </p:spPr>
      </p:pic>
      <p:pic>
        <p:nvPicPr>
          <p:cNvPr id="275" name="图片 274"/>
          <p:cNvPicPr>
            <a:picLocks noChangeAspect="1"/>
          </p:cNvPicPr>
          <p:nvPr/>
        </p:nvPicPr>
        <p:blipFill>
          <a:blip r:embed="rId16">
            <a:grayscl/>
          </a:blip>
          <a:srcRect/>
          <a:stretch>
            <a:fillRect/>
          </a:stretch>
        </p:blipFill>
        <p:spPr>
          <a:xfrm>
            <a:off x="10529155" y="4009390"/>
            <a:ext cx="389890" cy="432000"/>
          </a:xfrm>
          <a:prstGeom prst="rect">
            <a:avLst/>
          </a:prstGeom>
        </p:spPr>
      </p:pic>
      <p:cxnSp>
        <p:nvCxnSpPr>
          <p:cNvPr id="276" name="直接连接符 275"/>
          <p:cNvCxnSpPr/>
          <p:nvPr/>
        </p:nvCxnSpPr>
        <p:spPr>
          <a:xfrm>
            <a:off x="6071235" y="3968115"/>
            <a:ext cx="0" cy="14122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7" name="直接连接符 276"/>
          <p:cNvCxnSpPr/>
          <p:nvPr/>
        </p:nvCxnSpPr>
        <p:spPr>
          <a:xfrm>
            <a:off x="7983220" y="3960495"/>
            <a:ext cx="0" cy="14122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8" name="直接连接符 277"/>
          <p:cNvCxnSpPr/>
          <p:nvPr/>
        </p:nvCxnSpPr>
        <p:spPr>
          <a:xfrm>
            <a:off x="9752965" y="4051300"/>
            <a:ext cx="0" cy="14122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9" name="图片 278" descr="1圆形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40885" y="2040255"/>
            <a:ext cx="328295" cy="328295"/>
          </a:xfrm>
          <a:prstGeom prst="rect">
            <a:avLst/>
          </a:prstGeom>
        </p:spPr>
      </p:pic>
      <p:pic>
        <p:nvPicPr>
          <p:cNvPr id="282" name="图片 281" descr="2圆形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03720" y="1987550"/>
            <a:ext cx="316230" cy="316230"/>
          </a:xfrm>
          <a:prstGeom prst="rect">
            <a:avLst/>
          </a:prstGeom>
        </p:spPr>
      </p:pic>
      <p:pic>
        <p:nvPicPr>
          <p:cNvPr id="283" name="图片 282" descr="3-圆形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359265" y="2004060"/>
            <a:ext cx="328295" cy="328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359265" y="6417945"/>
            <a:ext cx="2390775" cy="18034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800"/>
              <a:t>采用奇瑞量子安全通道实现敏感数据传输保护</a:t>
            </a:r>
            <a:endParaRPr lang="zh-CN" altLang="en-US" sz="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50059495&quot;,&quot;origin&quot;:0,&quot;type&quot;:&quot;icons&quot;,&quot;user&quot;:&quot;508231216&quot;}"/>
</p:tagLst>
</file>

<file path=ppt/tags/tag2.xml><?xml version="1.0" encoding="utf-8"?>
<p:tagLst xmlns:p="http://schemas.openxmlformats.org/presentationml/2006/main">
  <p:tag name="KSO_DOCER_RESOURCE_TRACE_INFO" val="{&quot;id&quot;:&quot;50059472&quot;,&quot;origin&quot;:0,&quot;type&quot;:&quot;icons&quot;,&quot;user&quot;:&quot;508231216&quot;}"/>
</p:tagLst>
</file>

<file path=ppt/tags/tag3.xml><?xml version="1.0" encoding="utf-8"?>
<p:tagLst xmlns:p="http://schemas.openxmlformats.org/presentationml/2006/main">
  <p:tag name="KSO_DOCER_RESOURCE_TRACE_INFO" val="{&quot;id&quot;:&quot;50062265&quot;,&quot;origin&quot;:0,&quot;type&quot;:&quot;icons&quot;,&quot;user&quot;:&quot;508231216&quot;}"/>
</p:tagLst>
</file>

<file path=ppt/tags/tag4.xml><?xml version="1.0" encoding="utf-8"?>
<p:tagLst xmlns:p="http://schemas.openxmlformats.org/presentationml/2006/main">
  <p:tag name="resource_record_key" val="{&quot;10&quot;:[50059495,50059472,50062265],&quot;29&quot;:[50053376,50052700,50000169,50000047],&quot;70&quot;:[3428851,3429773]}"/>
</p:tagLst>
</file>

<file path=ppt/theme/theme1.xml><?xml version="1.0" encoding="utf-8"?>
<a:theme xmlns:a="http://schemas.openxmlformats.org/drawingml/2006/main" name="2_Office 主题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none" lIns="36000" tIns="36000" rIns="36000" bIns="36000" rtlCol="0" anchor="t" anchorCtr="0">
        <a:noAutofit/>
      </a:bodyPr>
      <a:lstStyle>
        <a:defPPr algn="ctr" defTabSz="914400">
          <a:lnSpc>
            <a:spcPct val="150000"/>
          </a:lnSpc>
          <a:spcBef>
            <a:spcPct val="0"/>
          </a:spcBef>
          <a:defRPr sz="2400" b="1" dirty="0" smtClean="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</Words>
  <Application>WPS 演示</Application>
  <PresentationFormat>宽屏</PresentationFormat>
  <Paragraphs>121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华文行楷</vt:lpstr>
      <vt:lpstr>宋体-简</vt:lpstr>
      <vt:lpstr>Wingdings</vt:lpstr>
      <vt:lpstr>Times New Roman</vt:lpstr>
      <vt:lpstr>Calibri</vt:lpstr>
      <vt:lpstr>Helvetica Neue</vt:lpstr>
      <vt:lpstr>宋体</vt:lpstr>
      <vt:lpstr>Arial Unicode MS</vt:lpstr>
      <vt:lpstr>2_Office 主题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张亮 Liang Zhang (研发总院 AERI)</dc:creator>
  <cp:lastModifiedBy>WPS_1783384438</cp:lastModifiedBy>
  <cp:revision>584</cp:revision>
  <dcterms:created xsi:type="dcterms:W3CDTF">2026-08-26T03:53:15Z</dcterms:created>
  <dcterms:modified xsi:type="dcterms:W3CDTF">2026-08-26T03:53:15Z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6B8695E7D8DA42309803DD87B1CC93F9_13</vt:lpwstr>
  </property>
  <property fmtid="{D5CDD505-2E9C-101B-9397-08002B2CF9AE}" pid="3" name="KSOProductBuildVer">
    <vt:lpwstr>2052-12.1.26050.26050</vt:lpwstr>
  </property>
</Properties>
</file>